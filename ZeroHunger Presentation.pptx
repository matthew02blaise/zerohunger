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3" r:id="rId8"/>
    <p:sldId id="264" r:id="rId9"/>
    <p:sldId id="261" r:id="rId10"/>
    <p:sldId id="262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3C98E0-0B53-4FD3-9433-37B380AD9771}" v="10" dt="2026-04-14T16:50:18.0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00287407: Matthew O Rourke Bourke" userId="4b082160-08a1-466c-bf6d-b1259c80464a" providerId="ADAL" clId="{B751EF51-9F63-4516-B6F0-D5ECE511C5AD}"/>
    <pc:docChg chg="custSel addSld modSld">
      <pc:chgData name="K00287407: Matthew O Rourke Bourke" userId="4b082160-08a1-466c-bf6d-b1259c80464a" providerId="ADAL" clId="{B751EF51-9F63-4516-B6F0-D5ECE511C5AD}" dt="2026-04-13T21:52:35.661" v="221" actId="20577"/>
      <pc:docMkLst>
        <pc:docMk/>
      </pc:docMkLst>
      <pc:sldChg chg="addSp modSp new mod setBg">
        <pc:chgData name="K00287407: Matthew O Rourke Bourke" userId="4b082160-08a1-466c-bf6d-b1259c80464a" providerId="ADAL" clId="{B751EF51-9F63-4516-B6F0-D5ECE511C5AD}" dt="2026-04-13T21:50:40.639" v="62" actId="26606"/>
        <pc:sldMkLst>
          <pc:docMk/>
          <pc:sldMk cId="1948059965" sldId="256"/>
        </pc:sldMkLst>
        <pc:spChg chg="mod">
          <ac:chgData name="K00287407: Matthew O Rourke Bourke" userId="4b082160-08a1-466c-bf6d-b1259c80464a" providerId="ADAL" clId="{B751EF51-9F63-4516-B6F0-D5ECE511C5AD}" dt="2026-04-13T21:50:40.639" v="62" actId="26606"/>
          <ac:spMkLst>
            <pc:docMk/>
            <pc:sldMk cId="1948059965" sldId="256"/>
            <ac:spMk id="2" creationId="{8012BC7C-6765-FC0F-2A21-55BDAD3FA615}"/>
          </ac:spMkLst>
        </pc:spChg>
        <pc:spChg chg="mod">
          <ac:chgData name="K00287407: Matthew O Rourke Bourke" userId="4b082160-08a1-466c-bf6d-b1259c80464a" providerId="ADAL" clId="{B751EF51-9F63-4516-B6F0-D5ECE511C5AD}" dt="2026-04-13T21:50:40.639" v="62" actId="26606"/>
          <ac:spMkLst>
            <pc:docMk/>
            <pc:sldMk cId="1948059965" sldId="256"/>
            <ac:spMk id="3" creationId="{ED381F19-3BD7-CCA5-1C60-2C9160515459}"/>
          </ac:spMkLst>
        </pc:spChg>
        <pc:spChg chg="add">
          <ac:chgData name="K00287407: Matthew O Rourke Bourke" userId="4b082160-08a1-466c-bf6d-b1259c80464a" providerId="ADAL" clId="{B751EF51-9F63-4516-B6F0-D5ECE511C5AD}" dt="2026-04-13T21:50:40.639" v="62" actId="26606"/>
          <ac:spMkLst>
            <pc:docMk/>
            <pc:sldMk cId="1948059965" sldId="256"/>
            <ac:spMk id="10" creationId="{8555C5B3-193A-4749-9AFD-682E53CDDE8F}"/>
          </ac:spMkLst>
        </pc:spChg>
        <pc:spChg chg="add">
          <ac:chgData name="K00287407: Matthew O Rourke Bourke" userId="4b082160-08a1-466c-bf6d-b1259c80464a" providerId="ADAL" clId="{B751EF51-9F63-4516-B6F0-D5ECE511C5AD}" dt="2026-04-13T21:50:40.639" v="62" actId="26606"/>
          <ac:spMkLst>
            <pc:docMk/>
            <pc:sldMk cId="1948059965" sldId="256"/>
            <ac:spMk id="12" creationId="{2EAE06A6-F76A-41C9-827A-C561B004485C}"/>
          </ac:spMkLst>
        </pc:spChg>
        <pc:spChg chg="add">
          <ac:chgData name="K00287407: Matthew O Rourke Bourke" userId="4b082160-08a1-466c-bf6d-b1259c80464a" providerId="ADAL" clId="{B751EF51-9F63-4516-B6F0-D5ECE511C5AD}" dt="2026-04-13T21:50:40.639" v="62" actId="26606"/>
          <ac:spMkLst>
            <pc:docMk/>
            <pc:sldMk cId="1948059965" sldId="256"/>
            <ac:spMk id="14" creationId="{89F9D4E8-0639-444B-949B-9518585061AF}"/>
          </ac:spMkLst>
        </pc:spChg>
        <pc:spChg chg="add">
          <ac:chgData name="K00287407: Matthew O Rourke Bourke" userId="4b082160-08a1-466c-bf6d-b1259c80464a" providerId="ADAL" clId="{B751EF51-9F63-4516-B6F0-D5ECE511C5AD}" dt="2026-04-13T21:50:40.639" v="62" actId="26606"/>
          <ac:spMkLst>
            <pc:docMk/>
            <pc:sldMk cId="1948059965" sldId="256"/>
            <ac:spMk id="16" creationId="{7E3DA7A2-ED70-4BBA-AB72-00AD461FA405}"/>
          </ac:spMkLst>
        </pc:spChg>
        <pc:spChg chg="add">
          <ac:chgData name="K00287407: Matthew O Rourke Bourke" userId="4b082160-08a1-466c-bf6d-b1259c80464a" providerId="ADAL" clId="{B751EF51-9F63-4516-B6F0-D5ECE511C5AD}" dt="2026-04-13T21:50:40.639" v="62" actId="26606"/>
          <ac:spMkLst>
            <pc:docMk/>
            <pc:sldMk cId="1948059965" sldId="256"/>
            <ac:spMk id="18" creationId="{FC485432-3647-4218-B5D3-15D3FA222B13}"/>
          </ac:spMkLst>
        </pc:spChg>
        <pc:spChg chg="add">
          <ac:chgData name="K00287407: Matthew O Rourke Bourke" userId="4b082160-08a1-466c-bf6d-b1259c80464a" providerId="ADAL" clId="{B751EF51-9F63-4516-B6F0-D5ECE511C5AD}" dt="2026-04-13T21:50:40.639" v="62" actId="26606"/>
          <ac:spMkLst>
            <pc:docMk/>
            <pc:sldMk cId="1948059965" sldId="256"/>
            <ac:spMk id="20" creationId="{F4AFDDCA-6ABA-4D23-8A5C-1BF0F4308148}"/>
          </ac:spMkLst>
        </pc:spChg>
        <pc:picChg chg="add mod">
          <ac:chgData name="K00287407: Matthew O Rourke Bourke" userId="4b082160-08a1-466c-bf6d-b1259c80464a" providerId="ADAL" clId="{B751EF51-9F63-4516-B6F0-D5ECE511C5AD}" dt="2026-04-13T21:50:40.639" v="62" actId="26606"/>
          <ac:picMkLst>
            <pc:docMk/>
            <pc:sldMk cId="1948059965" sldId="256"/>
            <ac:picMk id="5" creationId="{F6626D63-2B4B-47E4-F9A7-9CE6DAA6998F}"/>
          </ac:picMkLst>
        </pc:picChg>
      </pc:sldChg>
      <pc:sldChg chg="modSp new mod">
        <pc:chgData name="K00287407: Matthew O Rourke Bourke" userId="4b082160-08a1-466c-bf6d-b1259c80464a" providerId="ADAL" clId="{B751EF51-9F63-4516-B6F0-D5ECE511C5AD}" dt="2026-04-13T21:52:35.661" v="221" actId="20577"/>
        <pc:sldMkLst>
          <pc:docMk/>
          <pc:sldMk cId="3328512200" sldId="257"/>
        </pc:sldMkLst>
        <pc:spChg chg="mod">
          <ac:chgData name="K00287407: Matthew O Rourke Bourke" userId="4b082160-08a1-466c-bf6d-b1259c80464a" providerId="ADAL" clId="{B751EF51-9F63-4516-B6F0-D5ECE511C5AD}" dt="2026-04-13T21:51:04.033" v="87" actId="20577"/>
          <ac:spMkLst>
            <pc:docMk/>
            <pc:sldMk cId="3328512200" sldId="257"/>
            <ac:spMk id="2" creationId="{0E014C65-B4C7-D249-3AE9-1FD27497251B}"/>
          </ac:spMkLst>
        </pc:spChg>
        <pc:spChg chg="mod">
          <ac:chgData name="K00287407: Matthew O Rourke Bourke" userId="4b082160-08a1-466c-bf6d-b1259c80464a" providerId="ADAL" clId="{B751EF51-9F63-4516-B6F0-D5ECE511C5AD}" dt="2026-04-13T21:52:35.661" v="221" actId="20577"/>
          <ac:spMkLst>
            <pc:docMk/>
            <pc:sldMk cId="3328512200" sldId="257"/>
            <ac:spMk id="3" creationId="{5C5588BF-86D7-11A3-A306-091C87E5003E}"/>
          </ac:spMkLst>
        </pc:spChg>
      </pc:sldChg>
    </pc:docChg>
  </pc:docChgLst>
  <pc:docChgLst>
    <pc:chgData name="K00287407: Matthew O Rourke Bourke" userId="4b082160-08a1-466c-bf6d-b1259c80464a" providerId="ADAL" clId="{11C1F9E4-4429-4CD7-BB08-9FA1E8463428}"/>
    <pc:docChg chg="undo custSel addSld delSld modSld">
      <pc:chgData name="K00287407: Matthew O Rourke Bourke" userId="4b082160-08a1-466c-bf6d-b1259c80464a" providerId="ADAL" clId="{11C1F9E4-4429-4CD7-BB08-9FA1E8463428}" dt="2026-04-14T17:09:05.903" v="2297" actId="26606"/>
      <pc:docMkLst>
        <pc:docMk/>
      </pc:docMkLst>
      <pc:sldChg chg="addSp modSp mod setBg">
        <pc:chgData name="K00287407: Matthew O Rourke Bourke" userId="4b082160-08a1-466c-bf6d-b1259c80464a" providerId="ADAL" clId="{11C1F9E4-4429-4CD7-BB08-9FA1E8463428}" dt="2026-04-14T15:53:37.024" v="219" actId="26606"/>
        <pc:sldMkLst>
          <pc:docMk/>
          <pc:sldMk cId="3328512200" sldId="257"/>
        </pc:sldMkLst>
        <pc:spChg chg="mod">
          <ac:chgData name="K00287407: Matthew O Rourke Bourke" userId="4b082160-08a1-466c-bf6d-b1259c80464a" providerId="ADAL" clId="{11C1F9E4-4429-4CD7-BB08-9FA1E8463428}" dt="2026-04-14T15:53:37.024" v="219" actId="26606"/>
          <ac:spMkLst>
            <pc:docMk/>
            <pc:sldMk cId="3328512200" sldId="257"/>
            <ac:spMk id="2" creationId="{0E014C65-B4C7-D249-3AE9-1FD27497251B}"/>
          </ac:spMkLst>
        </pc:spChg>
        <pc:spChg chg="mod">
          <ac:chgData name="K00287407: Matthew O Rourke Bourke" userId="4b082160-08a1-466c-bf6d-b1259c80464a" providerId="ADAL" clId="{11C1F9E4-4429-4CD7-BB08-9FA1E8463428}" dt="2026-04-14T15:53:37.024" v="219" actId="26606"/>
          <ac:spMkLst>
            <pc:docMk/>
            <pc:sldMk cId="3328512200" sldId="257"/>
            <ac:spMk id="3" creationId="{5C5588BF-86D7-11A3-A306-091C87E5003E}"/>
          </ac:spMkLst>
        </pc:spChg>
        <pc:spChg chg="add">
          <ac:chgData name="K00287407: Matthew O Rourke Bourke" userId="4b082160-08a1-466c-bf6d-b1259c80464a" providerId="ADAL" clId="{11C1F9E4-4429-4CD7-BB08-9FA1E8463428}" dt="2026-04-14T15:53:37.024" v="219" actId="26606"/>
          <ac:spMkLst>
            <pc:docMk/>
            <pc:sldMk cId="3328512200" sldId="257"/>
            <ac:spMk id="9" creationId="{9F7D5CDA-D291-4307-BF55-1381FED29634}"/>
          </ac:spMkLst>
        </pc:spChg>
        <pc:spChg chg="add">
          <ac:chgData name="K00287407: Matthew O Rourke Bourke" userId="4b082160-08a1-466c-bf6d-b1259c80464a" providerId="ADAL" clId="{11C1F9E4-4429-4CD7-BB08-9FA1E8463428}" dt="2026-04-14T15:53:37.024" v="219" actId="26606"/>
          <ac:spMkLst>
            <pc:docMk/>
            <pc:sldMk cId="3328512200" sldId="257"/>
            <ac:spMk id="11" creationId="{59B296B9-C5A5-4E4F-9B60-C907B5F1466C}"/>
          </ac:spMkLst>
        </pc:spChg>
        <pc:spChg chg="add">
          <ac:chgData name="K00287407: Matthew O Rourke Bourke" userId="4b082160-08a1-466c-bf6d-b1259c80464a" providerId="ADAL" clId="{11C1F9E4-4429-4CD7-BB08-9FA1E8463428}" dt="2026-04-14T15:53:37.024" v="219" actId="26606"/>
          <ac:spMkLst>
            <pc:docMk/>
            <pc:sldMk cId="3328512200" sldId="257"/>
            <ac:spMk id="13" creationId="{D0300FD3-5AF1-6305-15FA-9078072672E2}"/>
          </ac:spMkLst>
        </pc:spChg>
        <pc:picChg chg="add">
          <ac:chgData name="K00287407: Matthew O Rourke Bourke" userId="4b082160-08a1-466c-bf6d-b1259c80464a" providerId="ADAL" clId="{11C1F9E4-4429-4CD7-BB08-9FA1E8463428}" dt="2026-04-14T15:53:37.024" v="219" actId="26606"/>
          <ac:picMkLst>
            <pc:docMk/>
            <pc:sldMk cId="3328512200" sldId="257"/>
            <ac:picMk id="5" creationId="{28402042-64A7-F80C-4EF4-A9887CB644C3}"/>
          </ac:picMkLst>
        </pc:picChg>
      </pc:sldChg>
      <pc:sldChg chg="addSp delSp modSp new mod setBg">
        <pc:chgData name="K00287407: Matthew O Rourke Bourke" userId="4b082160-08a1-466c-bf6d-b1259c80464a" providerId="ADAL" clId="{11C1F9E4-4429-4CD7-BB08-9FA1E8463428}" dt="2026-04-14T16:00:26.849" v="448"/>
        <pc:sldMkLst>
          <pc:docMk/>
          <pc:sldMk cId="554874433" sldId="258"/>
        </pc:sldMkLst>
        <pc:spChg chg="mod">
          <ac:chgData name="K00287407: Matthew O Rourke Bourke" userId="4b082160-08a1-466c-bf6d-b1259c80464a" providerId="ADAL" clId="{11C1F9E4-4429-4CD7-BB08-9FA1E8463428}" dt="2026-04-14T16:00:19.027" v="446" actId="26606"/>
          <ac:spMkLst>
            <pc:docMk/>
            <pc:sldMk cId="554874433" sldId="258"/>
            <ac:spMk id="2" creationId="{9D39BA56-D193-925A-4703-07AE35361A44}"/>
          </ac:spMkLst>
        </pc:spChg>
        <pc:spChg chg="del mod">
          <ac:chgData name="K00287407: Matthew O Rourke Bourke" userId="4b082160-08a1-466c-bf6d-b1259c80464a" providerId="ADAL" clId="{11C1F9E4-4429-4CD7-BB08-9FA1E8463428}" dt="2026-04-14T16:00:19.027" v="446" actId="26606"/>
          <ac:spMkLst>
            <pc:docMk/>
            <pc:sldMk cId="554874433" sldId="258"/>
            <ac:spMk id="3" creationId="{EC714DEB-4A7C-4E91-B92B-47D562EA4706}"/>
          </ac:spMkLst>
        </pc:spChg>
        <pc:spChg chg="add mod">
          <ac:chgData name="K00287407: Matthew O Rourke Bourke" userId="4b082160-08a1-466c-bf6d-b1259c80464a" providerId="ADAL" clId="{11C1F9E4-4429-4CD7-BB08-9FA1E8463428}" dt="2026-04-14T16:00:26.849" v="448"/>
          <ac:spMkLst>
            <pc:docMk/>
            <pc:sldMk cId="554874433" sldId="258"/>
            <ac:spMk id="7" creationId="{AADC4605-17AE-609A-8B87-880ABEE8DD9B}"/>
          </ac:spMkLst>
        </pc:spChg>
        <pc:spChg chg="add mod">
          <ac:chgData name="K00287407: Matthew O Rourke Bourke" userId="4b082160-08a1-466c-bf6d-b1259c80464a" providerId="ADAL" clId="{11C1F9E4-4429-4CD7-BB08-9FA1E8463428}" dt="2026-04-14T16:00:26.849" v="448"/>
          <ac:spMkLst>
            <pc:docMk/>
            <pc:sldMk cId="554874433" sldId="258"/>
            <ac:spMk id="8" creationId="{04F4F9E2-3DD2-35D0-97A5-68902F237936}"/>
          </ac:spMkLst>
        </pc:spChg>
        <pc:spChg chg="add">
          <ac:chgData name="K00287407: Matthew O Rourke Bourke" userId="4b082160-08a1-466c-bf6d-b1259c80464a" providerId="ADAL" clId="{11C1F9E4-4429-4CD7-BB08-9FA1E8463428}" dt="2026-04-14T16:00:19.027" v="446" actId="26606"/>
          <ac:spMkLst>
            <pc:docMk/>
            <pc:sldMk cId="554874433" sldId="258"/>
            <ac:spMk id="10" creationId="{B50AB553-2A96-4A92-96F2-93548E096954}"/>
          </ac:spMkLst>
        </pc:spChg>
        <pc:graphicFrameChg chg="add mod">
          <ac:chgData name="K00287407: Matthew O Rourke Bourke" userId="4b082160-08a1-466c-bf6d-b1259c80464a" providerId="ADAL" clId="{11C1F9E4-4429-4CD7-BB08-9FA1E8463428}" dt="2026-04-14T16:00:23.610" v="447"/>
          <ac:graphicFrameMkLst>
            <pc:docMk/>
            <pc:sldMk cId="554874433" sldId="258"/>
            <ac:graphicFrameMk id="4" creationId="{298815C4-6910-4009-C7B6-3E04B52D6B4A}"/>
          </ac:graphicFrameMkLst>
        </pc:graphicFrameChg>
        <pc:graphicFrameChg chg="add">
          <ac:chgData name="K00287407: Matthew O Rourke Bourke" userId="4b082160-08a1-466c-bf6d-b1259c80464a" providerId="ADAL" clId="{11C1F9E4-4429-4CD7-BB08-9FA1E8463428}" dt="2026-04-14T16:00:19.027" v="446" actId="26606"/>
          <ac:graphicFrameMkLst>
            <pc:docMk/>
            <pc:sldMk cId="554874433" sldId="258"/>
            <ac:graphicFrameMk id="5" creationId="{5CFC7A1A-B58B-7D1F-DA96-B7A4DCA1DEA6}"/>
          </ac:graphicFrameMkLst>
        </pc:graphicFrameChg>
        <pc:picChg chg="add">
          <ac:chgData name="K00287407: Matthew O Rourke Bourke" userId="4b082160-08a1-466c-bf6d-b1259c80464a" providerId="ADAL" clId="{11C1F9E4-4429-4CD7-BB08-9FA1E8463428}" dt="2026-04-14T16:00:19.027" v="446" actId="26606"/>
          <ac:picMkLst>
            <pc:docMk/>
            <pc:sldMk cId="554874433" sldId="258"/>
            <ac:picMk id="6" creationId="{268D9585-687F-8706-BF58-198FD80984E6}"/>
          </ac:picMkLst>
        </pc:picChg>
        <pc:picChg chg="add mod">
          <ac:chgData name="K00287407: Matthew O Rourke Bourke" userId="4b082160-08a1-466c-bf6d-b1259c80464a" providerId="ADAL" clId="{11C1F9E4-4429-4CD7-BB08-9FA1E8463428}" dt="2026-04-14T16:00:26.849" v="448"/>
          <ac:picMkLst>
            <pc:docMk/>
            <pc:sldMk cId="554874433" sldId="258"/>
            <ac:picMk id="1025" creationId="{20119EC8-6689-2D93-36B7-F24CB357DD34}"/>
          </ac:picMkLst>
        </pc:picChg>
      </pc:sldChg>
      <pc:sldChg chg="addSp delSp modSp new mod setBg">
        <pc:chgData name="K00287407: Matthew O Rourke Bourke" userId="4b082160-08a1-466c-bf6d-b1259c80464a" providerId="ADAL" clId="{11C1F9E4-4429-4CD7-BB08-9FA1E8463428}" dt="2026-04-14T16:05:56.548" v="719" actId="26606"/>
        <pc:sldMkLst>
          <pc:docMk/>
          <pc:sldMk cId="1744041697" sldId="259"/>
        </pc:sldMkLst>
        <pc:spChg chg="mod">
          <ac:chgData name="K00287407: Matthew O Rourke Bourke" userId="4b082160-08a1-466c-bf6d-b1259c80464a" providerId="ADAL" clId="{11C1F9E4-4429-4CD7-BB08-9FA1E8463428}" dt="2026-04-14T16:05:56.548" v="719" actId="26606"/>
          <ac:spMkLst>
            <pc:docMk/>
            <pc:sldMk cId="1744041697" sldId="259"/>
            <ac:spMk id="2" creationId="{B20BAA7C-BE63-3BAC-F68C-06460603A5A5}"/>
          </ac:spMkLst>
        </pc:spChg>
        <pc:spChg chg="add del mod">
          <ac:chgData name="K00287407: Matthew O Rourke Bourke" userId="4b082160-08a1-466c-bf6d-b1259c80464a" providerId="ADAL" clId="{11C1F9E4-4429-4CD7-BB08-9FA1E8463428}" dt="2026-04-14T16:05:56.548" v="719" actId="26606"/>
          <ac:spMkLst>
            <pc:docMk/>
            <pc:sldMk cId="1744041697" sldId="259"/>
            <ac:spMk id="3" creationId="{5D182725-FC9F-9B49-E261-45620AF3479E}"/>
          </ac:spMkLst>
        </pc:spChg>
        <pc:spChg chg="add del">
          <ac:chgData name="K00287407: Matthew O Rourke Bourke" userId="4b082160-08a1-466c-bf6d-b1259c80464a" providerId="ADAL" clId="{11C1F9E4-4429-4CD7-BB08-9FA1E8463428}" dt="2026-04-14T16:05:56.516" v="718" actId="26606"/>
          <ac:spMkLst>
            <pc:docMk/>
            <pc:sldMk cId="1744041697" sldId="259"/>
            <ac:spMk id="8" creationId="{DEE2AD96-B495-4E06-9291-B71706F728CB}"/>
          </ac:spMkLst>
        </pc:spChg>
        <pc:spChg chg="add del">
          <ac:chgData name="K00287407: Matthew O Rourke Bourke" userId="4b082160-08a1-466c-bf6d-b1259c80464a" providerId="ADAL" clId="{11C1F9E4-4429-4CD7-BB08-9FA1E8463428}" dt="2026-04-14T16:05:51.845" v="716" actId="26606"/>
          <ac:spMkLst>
            <pc:docMk/>
            <pc:sldMk cId="1744041697" sldId="259"/>
            <ac:spMk id="9" creationId="{BACC6370-2D7E-4714-9D71-7542949D7D5D}"/>
          </ac:spMkLst>
        </pc:spChg>
        <pc:spChg chg="add del">
          <ac:chgData name="K00287407: Matthew O Rourke Bourke" userId="4b082160-08a1-466c-bf6d-b1259c80464a" providerId="ADAL" clId="{11C1F9E4-4429-4CD7-BB08-9FA1E8463428}" dt="2026-04-14T16:05:56.516" v="718" actId="26606"/>
          <ac:spMkLst>
            <pc:docMk/>
            <pc:sldMk cId="1744041697" sldId="259"/>
            <ac:spMk id="10" creationId="{53CF6D67-C5A8-4ADD-9E8E-1E38CA1D3166}"/>
          </ac:spMkLst>
        </pc:spChg>
        <pc:spChg chg="add del">
          <ac:chgData name="K00287407: Matthew O Rourke Bourke" userId="4b082160-08a1-466c-bf6d-b1259c80464a" providerId="ADAL" clId="{11C1F9E4-4429-4CD7-BB08-9FA1E8463428}" dt="2026-04-14T16:05:51.845" v="716" actId="26606"/>
          <ac:spMkLst>
            <pc:docMk/>
            <pc:sldMk cId="1744041697" sldId="259"/>
            <ac:spMk id="11" creationId="{F68B3F68-107C-434F-AA38-110D5EA91B85}"/>
          </ac:spMkLst>
        </pc:spChg>
        <pc:spChg chg="add del">
          <ac:chgData name="K00287407: Matthew O Rourke Bourke" userId="4b082160-08a1-466c-bf6d-b1259c80464a" providerId="ADAL" clId="{11C1F9E4-4429-4CD7-BB08-9FA1E8463428}" dt="2026-04-14T16:05:56.516" v="718" actId="26606"/>
          <ac:spMkLst>
            <pc:docMk/>
            <pc:sldMk cId="1744041697" sldId="259"/>
            <ac:spMk id="12" creationId="{86909FA0-B515-4681-B7A8-FA281D133B94}"/>
          </ac:spMkLst>
        </pc:spChg>
        <pc:spChg chg="add del">
          <ac:chgData name="K00287407: Matthew O Rourke Bourke" userId="4b082160-08a1-466c-bf6d-b1259c80464a" providerId="ADAL" clId="{11C1F9E4-4429-4CD7-BB08-9FA1E8463428}" dt="2026-04-14T16:05:51.845" v="716" actId="26606"/>
          <ac:spMkLst>
            <pc:docMk/>
            <pc:sldMk cId="1744041697" sldId="259"/>
            <ac:spMk id="13" creationId="{AAD0DBB9-1A4B-4391-81D4-CB19F9AB918A}"/>
          </ac:spMkLst>
        </pc:spChg>
        <pc:spChg chg="add del">
          <ac:chgData name="K00287407: Matthew O Rourke Bourke" userId="4b082160-08a1-466c-bf6d-b1259c80464a" providerId="ADAL" clId="{11C1F9E4-4429-4CD7-BB08-9FA1E8463428}" dt="2026-04-14T16:05:56.516" v="718" actId="26606"/>
          <ac:spMkLst>
            <pc:docMk/>
            <pc:sldMk cId="1744041697" sldId="259"/>
            <ac:spMk id="14" creationId="{21C9FE86-FCC3-4A31-AA1C-C882262B7FE7}"/>
          </ac:spMkLst>
        </pc:spChg>
        <pc:spChg chg="add del">
          <ac:chgData name="K00287407: Matthew O Rourke Bourke" userId="4b082160-08a1-466c-bf6d-b1259c80464a" providerId="ADAL" clId="{11C1F9E4-4429-4CD7-BB08-9FA1E8463428}" dt="2026-04-14T16:05:51.845" v="716" actId="26606"/>
          <ac:spMkLst>
            <pc:docMk/>
            <pc:sldMk cId="1744041697" sldId="259"/>
            <ac:spMk id="15" creationId="{063BBA22-50EA-4C4D-BE05-F1CE4E63AA56}"/>
          </ac:spMkLst>
        </pc:spChg>
        <pc:spChg chg="add del">
          <ac:chgData name="K00287407: Matthew O Rourke Bourke" userId="4b082160-08a1-466c-bf6d-b1259c80464a" providerId="ADAL" clId="{11C1F9E4-4429-4CD7-BB08-9FA1E8463428}" dt="2026-04-14T16:05:56.516" v="718" actId="26606"/>
          <ac:spMkLst>
            <pc:docMk/>
            <pc:sldMk cId="1744041697" sldId="259"/>
            <ac:spMk id="16" creationId="{7D96243B-ECED-4B71-8E06-AE9A285EAD20}"/>
          </ac:spMkLst>
        </pc:spChg>
        <pc:spChg chg="add del">
          <ac:chgData name="K00287407: Matthew O Rourke Bourke" userId="4b082160-08a1-466c-bf6d-b1259c80464a" providerId="ADAL" clId="{11C1F9E4-4429-4CD7-BB08-9FA1E8463428}" dt="2026-04-14T16:05:56.516" v="718" actId="26606"/>
          <ac:spMkLst>
            <pc:docMk/>
            <pc:sldMk cId="1744041697" sldId="259"/>
            <ac:spMk id="17" creationId="{5D182725-FC9F-9B49-E261-45620AF3479E}"/>
          </ac:spMkLst>
        </pc:spChg>
        <pc:spChg chg="add del">
          <ac:chgData name="K00287407: Matthew O Rourke Bourke" userId="4b082160-08a1-466c-bf6d-b1259c80464a" providerId="ADAL" clId="{11C1F9E4-4429-4CD7-BB08-9FA1E8463428}" dt="2026-04-14T16:05:56.516" v="718" actId="26606"/>
          <ac:spMkLst>
            <pc:docMk/>
            <pc:sldMk cId="1744041697" sldId="259"/>
            <ac:spMk id="18" creationId="{A09989E4-EFDC-4A90-A633-E0525FB4139E}"/>
          </ac:spMkLst>
        </pc:spChg>
        <pc:spChg chg="add">
          <ac:chgData name="K00287407: Matthew O Rourke Bourke" userId="4b082160-08a1-466c-bf6d-b1259c80464a" providerId="ADAL" clId="{11C1F9E4-4429-4CD7-BB08-9FA1E8463428}" dt="2026-04-14T16:05:56.548" v="719" actId="26606"/>
          <ac:spMkLst>
            <pc:docMk/>
            <pc:sldMk cId="1744041697" sldId="259"/>
            <ac:spMk id="20" creationId="{9DBC8166-481C-4473-95F5-9A5B9073B7F1}"/>
          </ac:spMkLst>
        </pc:spChg>
        <pc:spChg chg="add">
          <ac:chgData name="K00287407: Matthew O Rourke Bourke" userId="4b082160-08a1-466c-bf6d-b1259c80464a" providerId="ADAL" clId="{11C1F9E4-4429-4CD7-BB08-9FA1E8463428}" dt="2026-04-14T16:05:56.548" v="719" actId="26606"/>
          <ac:spMkLst>
            <pc:docMk/>
            <pc:sldMk cId="1744041697" sldId="259"/>
            <ac:spMk id="21" creationId="{A5A5CE6E-90AF-4D43-A014-1F9EC83EB93D}"/>
          </ac:spMkLst>
        </pc:spChg>
        <pc:graphicFrameChg chg="add del">
          <ac:chgData name="K00287407: Matthew O Rourke Bourke" userId="4b082160-08a1-466c-bf6d-b1259c80464a" providerId="ADAL" clId="{11C1F9E4-4429-4CD7-BB08-9FA1E8463428}" dt="2026-04-14T16:05:51.845" v="716" actId="26606"/>
          <ac:graphicFrameMkLst>
            <pc:docMk/>
            <pc:sldMk cId="1744041697" sldId="259"/>
            <ac:graphicFrameMk id="5" creationId="{E3FC68CD-4F66-3979-5010-3B457713FBC3}"/>
          </ac:graphicFrameMkLst>
        </pc:graphicFrameChg>
        <pc:graphicFrameChg chg="add">
          <ac:chgData name="K00287407: Matthew O Rourke Bourke" userId="4b082160-08a1-466c-bf6d-b1259c80464a" providerId="ADAL" clId="{11C1F9E4-4429-4CD7-BB08-9FA1E8463428}" dt="2026-04-14T16:05:56.548" v="719" actId="26606"/>
          <ac:graphicFrameMkLst>
            <pc:docMk/>
            <pc:sldMk cId="1744041697" sldId="259"/>
            <ac:graphicFrameMk id="22" creationId="{988842D9-B5BE-711A-9400-7746E2C9790A}"/>
          </ac:graphicFrameMkLst>
        </pc:graphicFrameChg>
      </pc:sldChg>
      <pc:sldChg chg="addSp delSp modSp new mod setBg">
        <pc:chgData name="K00287407: Matthew O Rourke Bourke" userId="4b082160-08a1-466c-bf6d-b1259c80464a" providerId="ADAL" clId="{11C1F9E4-4429-4CD7-BB08-9FA1E8463428}" dt="2026-04-14T16:39:55.320" v="1726" actId="26606"/>
        <pc:sldMkLst>
          <pc:docMk/>
          <pc:sldMk cId="1755994157" sldId="260"/>
        </pc:sldMkLst>
        <pc:spChg chg="mod">
          <ac:chgData name="K00287407: Matthew O Rourke Bourke" userId="4b082160-08a1-466c-bf6d-b1259c80464a" providerId="ADAL" clId="{11C1F9E4-4429-4CD7-BB08-9FA1E8463428}" dt="2026-04-14T16:39:55.320" v="1726" actId="26606"/>
          <ac:spMkLst>
            <pc:docMk/>
            <pc:sldMk cId="1755994157" sldId="260"/>
            <ac:spMk id="2" creationId="{56B54B9D-4847-5A5A-E779-0B2693D8ACDB}"/>
          </ac:spMkLst>
        </pc:spChg>
        <pc:spChg chg="add del mod">
          <ac:chgData name="K00287407: Matthew O Rourke Bourke" userId="4b082160-08a1-466c-bf6d-b1259c80464a" providerId="ADAL" clId="{11C1F9E4-4429-4CD7-BB08-9FA1E8463428}" dt="2026-04-14T16:39:55.320" v="1726" actId="26606"/>
          <ac:spMkLst>
            <pc:docMk/>
            <pc:sldMk cId="1755994157" sldId="260"/>
            <ac:spMk id="3" creationId="{9FABB47A-A0F8-5621-1715-C0939A84386F}"/>
          </ac:spMkLst>
        </pc:spChg>
        <pc:spChg chg="add del">
          <ac:chgData name="K00287407: Matthew O Rourke Bourke" userId="4b082160-08a1-466c-bf6d-b1259c80464a" providerId="ADAL" clId="{11C1F9E4-4429-4CD7-BB08-9FA1E8463428}" dt="2026-04-14T16:39:55.271" v="1725" actId="26606"/>
          <ac:spMkLst>
            <pc:docMk/>
            <pc:sldMk cId="1755994157" sldId="260"/>
            <ac:spMk id="9" creationId="{56E9B3E6-E277-4D68-BA48-9CB43FFBD6E2}"/>
          </ac:spMkLst>
        </pc:spChg>
        <pc:spChg chg="add del">
          <ac:chgData name="K00287407: Matthew O Rourke Bourke" userId="4b082160-08a1-466c-bf6d-b1259c80464a" providerId="ADAL" clId="{11C1F9E4-4429-4CD7-BB08-9FA1E8463428}" dt="2026-04-14T16:39:55.271" v="1725" actId="26606"/>
          <ac:spMkLst>
            <pc:docMk/>
            <pc:sldMk cId="1755994157" sldId="260"/>
            <ac:spMk id="16" creationId="{D5B0017B-2ECA-49AF-B397-DC140825DF8D}"/>
          </ac:spMkLst>
        </pc:spChg>
        <pc:spChg chg="add">
          <ac:chgData name="K00287407: Matthew O Rourke Bourke" userId="4b082160-08a1-466c-bf6d-b1259c80464a" providerId="ADAL" clId="{11C1F9E4-4429-4CD7-BB08-9FA1E8463428}" dt="2026-04-14T16:39:55.320" v="1726" actId="26606"/>
          <ac:spMkLst>
            <pc:docMk/>
            <pc:sldMk cId="1755994157" sldId="260"/>
            <ac:spMk id="20" creationId="{56E9B3E6-E277-4D68-BA48-9CB43FFBD6E2}"/>
          </ac:spMkLst>
        </pc:spChg>
        <pc:spChg chg="add">
          <ac:chgData name="K00287407: Matthew O Rourke Bourke" userId="4b082160-08a1-466c-bf6d-b1259c80464a" providerId="ADAL" clId="{11C1F9E4-4429-4CD7-BB08-9FA1E8463428}" dt="2026-04-14T16:39:55.320" v="1726" actId="26606"/>
          <ac:spMkLst>
            <pc:docMk/>
            <pc:sldMk cId="1755994157" sldId="260"/>
            <ac:spMk id="25" creationId="{D5B0017B-2ECA-49AF-B397-DC140825DF8D}"/>
          </ac:spMkLst>
        </pc:spChg>
        <pc:grpChg chg="add del">
          <ac:chgData name="K00287407: Matthew O Rourke Bourke" userId="4b082160-08a1-466c-bf6d-b1259c80464a" providerId="ADAL" clId="{11C1F9E4-4429-4CD7-BB08-9FA1E8463428}" dt="2026-04-14T16:39:55.271" v="1725" actId="26606"/>
          <ac:grpSpMkLst>
            <pc:docMk/>
            <pc:sldMk cId="1755994157" sldId="260"/>
            <ac:grpSpMk id="11" creationId="{AE1C45F0-260A-458C-96ED-C1F6D2151219}"/>
          </ac:grpSpMkLst>
        </pc:grpChg>
        <pc:grpChg chg="add">
          <ac:chgData name="K00287407: Matthew O Rourke Bourke" userId="4b082160-08a1-466c-bf6d-b1259c80464a" providerId="ADAL" clId="{11C1F9E4-4429-4CD7-BB08-9FA1E8463428}" dt="2026-04-14T16:39:55.320" v="1726" actId="26606"/>
          <ac:grpSpMkLst>
            <pc:docMk/>
            <pc:sldMk cId="1755994157" sldId="260"/>
            <ac:grpSpMk id="21" creationId="{AE1C45F0-260A-458C-96ED-C1F6D2151219}"/>
          </ac:grpSpMkLst>
        </pc:grpChg>
        <pc:graphicFrameChg chg="add del">
          <ac:chgData name="K00287407: Matthew O Rourke Bourke" userId="4b082160-08a1-466c-bf6d-b1259c80464a" providerId="ADAL" clId="{11C1F9E4-4429-4CD7-BB08-9FA1E8463428}" dt="2026-04-14T16:39:55.271" v="1725" actId="26606"/>
          <ac:graphicFrameMkLst>
            <pc:docMk/>
            <pc:sldMk cId="1755994157" sldId="260"/>
            <ac:graphicFrameMk id="5" creationId="{C1E99058-F14F-2F81-B3D5-E4116AF64725}"/>
          </ac:graphicFrameMkLst>
        </pc:graphicFrameChg>
        <pc:graphicFrameChg chg="add">
          <ac:chgData name="K00287407: Matthew O Rourke Bourke" userId="4b082160-08a1-466c-bf6d-b1259c80464a" providerId="ADAL" clId="{11C1F9E4-4429-4CD7-BB08-9FA1E8463428}" dt="2026-04-14T16:39:55.320" v="1726" actId="26606"/>
          <ac:graphicFrameMkLst>
            <pc:docMk/>
            <pc:sldMk cId="1755994157" sldId="260"/>
            <ac:graphicFrameMk id="27" creationId="{49377AF5-DC65-AFCD-9C86-5E7EBB95D401}"/>
          </ac:graphicFrameMkLst>
        </pc:graphicFrameChg>
        <pc:cxnChg chg="add del">
          <ac:chgData name="K00287407: Matthew O Rourke Bourke" userId="4b082160-08a1-466c-bf6d-b1259c80464a" providerId="ADAL" clId="{11C1F9E4-4429-4CD7-BB08-9FA1E8463428}" dt="2026-04-14T16:39:55.271" v="1725" actId="26606"/>
          <ac:cxnSpMkLst>
            <pc:docMk/>
            <pc:sldMk cId="1755994157" sldId="260"/>
            <ac:cxnSpMk id="18" creationId="{6CF1BAF6-AD41-4082-B212-8A1F9A2E8779}"/>
          </ac:cxnSpMkLst>
        </pc:cxnChg>
        <pc:cxnChg chg="add">
          <ac:chgData name="K00287407: Matthew O Rourke Bourke" userId="4b082160-08a1-466c-bf6d-b1259c80464a" providerId="ADAL" clId="{11C1F9E4-4429-4CD7-BB08-9FA1E8463428}" dt="2026-04-14T16:39:55.320" v="1726" actId="26606"/>
          <ac:cxnSpMkLst>
            <pc:docMk/>
            <pc:sldMk cId="1755994157" sldId="260"/>
            <ac:cxnSpMk id="26" creationId="{6CF1BAF6-AD41-4082-B212-8A1F9A2E8779}"/>
          </ac:cxnSpMkLst>
        </pc:cxnChg>
      </pc:sldChg>
      <pc:sldChg chg="addSp delSp modSp new mod setBg">
        <pc:chgData name="K00287407: Matthew O Rourke Bourke" userId="4b082160-08a1-466c-bf6d-b1259c80464a" providerId="ADAL" clId="{11C1F9E4-4429-4CD7-BB08-9FA1E8463428}" dt="2026-04-14T16:13:53.254" v="1146" actId="26606"/>
        <pc:sldMkLst>
          <pc:docMk/>
          <pc:sldMk cId="811754287" sldId="261"/>
        </pc:sldMkLst>
        <pc:spChg chg="mod">
          <ac:chgData name="K00287407: Matthew O Rourke Bourke" userId="4b082160-08a1-466c-bf6d-b1259c80464a" providerId="ADAL" clId="{11C1F9E4-4429-4CD7-BB08-9FA1E8463428}" dt="2026-04-14T16:13:53.254" v="1146" actId="26606"/>
          <ac:spMkLst>
            <pc:docMk/>
            <pc:sldMk cId="811754287" sldId="261"/>
            <ac:spMk id="2" creationId="{C4060F42-3DD7-37E3-327F-C98A594CFFAB}"/>
          </ac:spMkLst>
        </pc:spChg>
        <pc:spChg chg="del mod">
          <ac:chgData name="K00287407: Matthew O Rourke Bourke" userId="4b082160-08a1-466c-bf6d-b1259c80464a" providerId="ADAL" clId="{11C1F9E4-4429-4CD7-BB08-9FA1E8463428}" dt="2026-04-14T16:13:53.254" v="1146" actId="26606"/>
          <ac:spMkLst>
            <pc:docMk/>
            <pc:sldMk cId="811754287" sldId="261"/>
            <ac:spMk id="3" creationId="{1CCA2066-D959-D53C-1246-70C7C3538039}"/>
          </ac:spMkLst>
        </pc:spChg>
        <pc:spChg chg="add del">
          <ac:chgData name="K00287407: Matthew O Rourke Bourke" userId="4b082160-08a1-466c-bf6d-b1259c80464a" providerId="ADAL" clId="{11C1F9E4-4429-4CD7-BB08-9FA1E8463428}" dt="2026-04-14T16:13:53.205" v="1145" actId="26606"/>
          <ac:spMkLst>
            <pc:docMk/>
            <pc:sldMk cId="811754287" sldId="261"/>
            <ac:spMk id="9" creationId="{C0763A76-9F1C-4FC5-82B7-DD475DA461B2}"/>
          </ac:spMkLst>
        </pc:spChg>
        <pc:spChg chg="add del">
          <ac:chgData name="K00287407: Matthew O Rourke Bourke" userId="4b082160-08a1-466c-bf6d-b1259c80464a" providerId="ADAL" clId="{11C1F9E4-4429-4CD7-BB08-9FA1E8463428}" dt="2026-04-14T16:13:53.205" v="1145" actId="26606"/>
          <ac:spMkLst>
            <pc:docMk/>
            <pc:sldMk cId="811754287" sldId="261"/>
            <ac:spMk id="11" creationId="{E81BF4F6-F2CF-4984-9D14-D6966D92F99F}"/>
          </ac:spMkLst>
        </pc:spChg>
        <pc:spChg chg="add">
          <ac:chgData name="K00287407: Matthew O Rourke Bourke" userId="4b082160-08a1-466c-bf6d-b1259c80464a" providerId="ADAL" clId="{11C1F9E4-4429-4CD7-BB08-9FA1E8463428}" dt="2026-04-14T16:13:53.254" v="1146" actId="26606"/>
          <ac:spMkLst>
            <pc:docMk/>
            <pc:sldMk cId="811754287" sldId="261"/>
            <ac:spMk id="13" creationId="{AAD0DBB9-1A4B-4391-81D4-CB19F9AB918A}"/>
          </ac:spMkLst>
        </pc:spChg>
        <pc:spChg chg="add">
          <ac:chgData name="K00287407: Matthew O Rourke Bourke" userId="4b082160-08a1-466c-bf6d-b1259c80464a" providerId="ADAL" clId="{11C1F9E4-4429-4CD7-BB08-9FA1E8463428}" dt="2026-04-14T16:13:53.254" v="1146" actId="26606"/>
          <ac:spMkLst>
            <pc:docMk/>
            <pc:sldMk cId="811754287" sldId="261"/>
            <ac:spMk id="14" creationId="{BACC6370-2D7E-4714-9D71-7542949D7D5D}"/>
          </ac:spMkLst>
        </pc:spChg>
        <pc:spChg chg="add">
          <ac:chgData name="K00287407: Matthew O Rourke Bourke" userId="4b082160-08a1-466c-bf6d-b1259c80464a" providerId="ADAL" clId="{11C1F9E4-4429-4CD7-BB08-9FA1E8463428}" dt="2026-04-14T16:13:53.254" v="1146" actId="26606"/>
          <ac:spMkLst>
            <pc:docMk/>
            <pc:sldMk cId="811754287" sldId="261"/>
            <ac:spMk id="15" creationId="{063BBA22-50EA-4C4D-BE05-F1CE4E63AA56}"/>
          </ac:spMkLst>
        </pc:spChg>
        <pc:spChg chg="add">
          <ac:chgData name="K00287407: Matthew O Rourke Bourke" userId="4b082160-08a1-466c-bf6d-b1259c80464a" providerId="ADAL" clId="{11C1F9E4-4429-4CD7-BB08-9FA1E8463428}" dt="2026-04-14T16:13:53.254" v="1146" actId="26606"/>
          <ac:spMkLst>
            <pc:docMk/>
            <pc:sldMk cId="811754287" sldId="261"/>
            <ac:spMk id="16" creationId="{F68B3F68-107C-434F-AA38-110D5EA91B85}"/>
          </ac:spMkLst>
        </pc:spChg>
        <pc:graphicFrameChg chg="add">
          <ac:chgData name="K00287407: Matthew O Rourke Bourke" userId="4b082160-08a1-466c-bf6d-b1259c80464a" providerId="ADAL" clId="{11C1F9E4-4429-4CD7-BB08-9FA1E8463428}" dt="2026-04-14T16:13:53.254" v="1146" actId="26606"/>
          <ac:graphicFrameMkLst>
            <pc:docMk/>
            <pc:sldMk cId="811754287" sldId="261"/>
            <ac:graphicFrameMk id="17" creationId="{911A2659-7C2F-27B1-18BE-A99A26B4F67A}"/>
          </ac:graphicFrameMkLst>
        </pc:graphicFrameChg>
        <pc:picChg chg="add del">
          <ac:chgData name="K00287407: Matthew O Rourke Bourke" userId="4b082160-08a1-466c-bf6d-b1259c80464a" providerId="ADAL" clId="{11C1F9E4-4429-4CD7-BB08-9FA1E8463428}" dt="2026-04-14T16:13:53.205" v="1145" actId="26606"/>
          <ac:picMkLst>
            <pc:docMk/>
            <pc:sldMk cId="811754287" sldId="261"/>
            <ac:picMk id="5" creationId="{6677AD03-AB97-2383-4CC6-FF521343624D}"/>
          </ac:picMkLst>
        </pc:picChg>
      </pc:sldChg>
      <pc:sldChg chg="addSp delSp modSp new mod setBg">
        <pc:chgData name="K00287407: Matthew O Rourke Bourke" userId="4b082160-08a1-466c-bf6d-b1259c80464a" providerId="ADAL" clId="{11C1F9E4-4429-4CD7-BB08-9FA1E8463428}" dt="2026-04-14T17:09:05.903" v="2297" actId="26606"/>
        <pc:sldMkLst>
          <pc:docMk/>
          <pc:sldMk cId="3789287667" sldId="262"/>
        </pc:sldMkLst>
        <pc:spChg chg="mod">
          <ac:chgData name="K00287407: Matthew O Rourke Bourke" userId="4b082160-08a1-466c-bf6d-b1259c80464a" providerId="ADAL" clId="{11C1F9E4-4429-4CD7-BB08-9FA1E8463428}" dt="2026-04-14T17:09:05.903" v="2297" actId="26606"/>
          <ac:spMkLst>
            <pc:docMk/>
            <pc:sldMk cId="3789287667" sldId="262"/>
            <ac:spMk id="2" creationId="{072E065D-43A8-90D3-2013-FFCBE28112E5}"/>
          </ac:spMkLst>
        </pc:spChg>
        <pc:spChg chg="mod ord">
          <ac:chgData name="K00287407: Matthew O Rourke Bourke" userId="4b082160-08a1-466c-bf6d-b1259c80464a" providerId="ADAL" clId="{11C1F9E4-4429-4CD7-BB08-9FA1E8463428}" dt="2026-04-14T17:09:05.903" v="2297" actId="26606"/>
          <ac:spMkLst>
            <pc:docMk/>
            <pc:sldMk cId="3789287667" sldId="262"/>
            <ac:spMk id="3" creationId="{10A26C31-E16E-2907-FF1B-3CD6B209E25D}"/>
          </ac:spMkLst>
        </pc:spChg>
        <pc:spChg chg="add del">
          <ac:chgData name="K00287407: Matthew O Rourke Bourke" userId="4b082160-08a1-466c-bf6d-b1259c80464a" providerId="ADAL" clId="{11C1F9E4-4429-4CD7-BB08-9FA1E8463428}" dt="2026-04-14T16:18:15.758" v="1149" actId="26606"/>
          <ac:spMkLst>
            <pc:docMk/>
            <pc:sldMk cId="3789287667" sldId="262"/>
            <ac:spMk id="12" creationId="{DF8BC164-E230-753F-2C7E-B4EE7BA77CF1}"/>
          </ac:spMkLst>
        </pc:spChg>
        <pc:spChg chg="add del">
          <ac:chgData name="K00287407: Matthew O Rourke Bourke" userId="4b082160-08a1-466c-bf6d-b1259c80464a" providerId="ADAL" clId="{11C1F9E4-4429-4CD7-BB08-9FA1E8463428}" dt="2026-04-14T16:18:25.818" v="1151" actId="26606"/>
          <ac:spMkLst>
            <pc:docMk/>
            <pc:sldMk cId="3789287667" sldId="262"/>
            <ac:spMk id="14" creationId="{8EFC09D2-72D2-4174-A2DF-1017D0FEBD3D}"/>
          </ac:spMkLst>
        </pc:spChg>
        <pc:spChg chg="add del">
          <ac:chgData name="K00287407: Matthew O Rourke Bourke" userId="4b082160-08a1-466c-bf6d-b1259c80464a" providerId="ADAL" clId="{11C1F9E4-4429-4CD7-BB08-9FA1E8463428}" dt="2026-04-14T16:18:25.818" v="1151" actId="26606"/>
          <ac:spMkLst>
            <pc:docMk/>
            <pc:sldMk cId="3789287667" sldId="262"/>
            <ac:spMk id="15" creationId="{78532AE1-3E02-470C-B898-A0C62F2E99AB}"/>
          </ac:spMkLst>
        </pc:spChg>
        <pc:spChg chg="add del">
          <ac:chgData name="K00287407: Matthew O Rourke Bourke" userId="4b082160-08a1-466c-bf6d-b1259c80464a" providerId="ADAL" clId="{11C1F9E4-4429-4CD7-BB08-9FA1E8463428}" dt="2026-04-14T16:18:25.818" v="1151" actId="26606"/>
          <ac:spMkLst>
            <pc:docMk/>
            <pc:sldMk cId="3789287667" sldId="262"/>
            <ac:spMk id="16" creationId="{E7401DF7-4687-415B-A91D-DB43BEEBDFE5}"/>
          </ac:spMkLst>
        </pc:spChg>
        <pc:spChg chg="add del">
          <ac:chgData name="K00287407: Matthew O Rourke Bourke" userId="4b082160-08a1-466c-bf6d-b1259c80464a" providerId="ADAL" clId="{11C1F9E4-4429-4CD7-BB08-9FA1E8463428}" dt="2026-04-14T16:18:29.537" v="1153" actId="26606"/>
          <ac:spMkLst>
            <pc:docMk/>
            <pc:sldMk cId="3789287667" sldId="262"/>
            <ac:spMk id="18" creationId="{5D13CC36-B950-4F02-9BAF-9A7EB267398C}"/>
          </ac:spMkLst>
        </pc:spChg>
        <pc:spChg chg="add del">
          <ac:chgData name="K00287407: Matthew O Rourke Bourke" userId="4b082160-08a1-466c-bf6d-b1259c80464a" providerId="ADAL" clId="{11C1F9E4-4429-4CD7-BB08-9FA1E8463428}" dt="2026-04-14T16:18:29.537" v="1153" actId="26606"/>
          <ac:spMkLst>
            <pc:docMk/>
            <pc:sldMk cId="3789287667" sldId="262"/>
            <ac:spMk id="19" creationId="{D1BDED99-B35B-4FEE-A274-8E8DB6FEEECF}"/>
          </ac:spMkLst>
        </pc:spChg>
        <pc:spChg chg="add del">
          <ac:chgData name="K00287407: Matthew O Rourke Bourke" userId="4b082160-08a1-466c-bf6d-b1259c80464a" providerId="ADAL" clId="{11C1F9E4-4429-4CD7-BB08-9FA1E8463428}" dt="2026-04-14T17:09:05.903" v="2297" actId="26606"/>
          <ac:spMkLst>
            <pc:docMk/>
            <pc:sldMk cId="3789287667" sldId="262"/>
            <ac:spMk id="21" creationId="{78532AE1-3E02-470C-B898-A0C62F2E99AB}"/>
          </ac:spMkLst>
        </pc:spChg>
        <pc:spChg chg="add del">
          <ac:chgData name="K00287407: Matthew O Rourke Bourke" userId="4b082160-08a1-466c-bf6d-b1259c80464a" providerId="ADAL" clId="{11C1F9E4-4429-4CD7-BB08-9FA1E8463428}" dt="2026-04-14T17:09:05.903" v="2297" actId="26606"/>
          <ac:spMkLst>
            <pc:docMk/>
            <pc:sldMk cId="3789287667" sldId="262"/>
            <ac:spMk id="22" creationId="{E7401DF7-4687-415B-A91D-DB43BEEBDFE5}"/>
          </ac:spMkLst>
        </pc:spChg>
        <pc:spChg chg="add del">
          <ac:chgData name="K00287407: Matthew O Rourke Bourke" userId="4b082160-08a1-466c-bf6d-b1259c80464a" providerId="ADAL" clId="{11C1F9E4-4429-4CD7-BB08-9FA1E8463428}" dt="2026-04-14T17:09:05.903" v="2297" actId="26606"/>
          <ac:spMkLst>
            <pc:docMk/>
            <pc:sldMk cId="3789287667" sldId="262"/>
            <ac:spMk id="23" creationId="{8EFC09D2-72D2-4174-A2DF-1017D0FEBD3D}"/>
          </ac:spMkLst>
        </pc:spChg>
        <pc:spChg chg="add">
          <ac:chgData name="K00287407: Matthew O Rourke Bourke" userId="4b082160-08a1-466c-bf6d-b1259c80464a" providerId="ADAL" clId="{11C1F9E4-4429-4CD7-BB08-9FA1E8463428}" dt="2026-04-14T17:09:05.903" v="2297" actId="26606"/>
          <ac:spMkLst>
            <pc:docMk/>
            <pc:sldMk cId="3789287667" sldId="262"/>
            <ac:spMk id="28" creationId="{2C61293E-6EBE-43EF-A52C-9BEBFD7679D4}"/>
          </ac:spMkLst>
        </pc:spChg>
        <pc:spChg chg="add">
          <ac:chgData name="K00287407: Matthew O Rourke Bourke" userId="4b082160-08a1-466c-bf6d-b1259c80464a" providerId="ADAL" clId="{11C1F9E4-4429-4CD7-BB08-9FA1E8463428}" dt="2026-04-14T17:09:05.903" v="2297" actId="26606"/>
          <ac:spMkLst>
            <pc:docMk/>
            <pc:sldMk cId="3789287667" sldId="262"/>
            <ac:spMk id="30" creationId="{3FCFB1DE-0B7E-48CC-BA90-B2AB0889F9D6}"/>
          </ac:spMkLst>
        </pc:spChg>
        <pc:picChg chg="add mod ord">
          <ac:chgData name="K00287407: Matthew O Rourke Bourke" userId="4b082160-08a1-466c-bf6d-b1259c80464a" providerId="ADAL" clId="{11C1F9E4-4429-4CD7-BB08-9FA1E8463428}" dt="2026-04-14T17:09:05.903" v="2297" actId="26606"/>
          <ac:picMkLst>
            <pc:docMk/>
            <pc:sldMk cId="3789287667" sldId="262"/>
            <ac:picMk id="5" creationId="{6F5015EE-99ED-31F9-95A1-5C91533B57D3}"/>
          </ac:picMkLst>
        </pc:picChg>
        <pc:cxnChg chg="add del">
          <ac:chgData name="K00287407: Matthew O Rourke Bourke" userId="4b082160-08a1-466c-bf6d-b1259c80464a" providerId="ADAL" clId="{11C1F9E4-4429-4CD7-BB08-9FA1E8463428}" dt="2026-04-14T16:18:15.758" v="1149" actId="26606"/>
          <ac:cxnSpMkLst>
            <pc:docMk/>
            <pc:sldMk cId="3789287667" sldId="262"/>
            <ac:cxnSpMk id="10" creationId="{FC23E3B9-5ABF-58B3-E2B0-E9A5DAA90037}"/>
          </ac:cxnSpMkLst>
        </pc:cxnChg>
      </pc:sldChg>
      <pc:sldChg chg="addSp delSp modSp new mod setBg">
        <pc:chgData name="K00287407: Matthew O Rourke Bourke" userId="4b082160-08a1-466c-bf6d-b1259c80464a" providerId="ADAL" clId="{11C1F9E4-4429-4CD7-BB08-9FA1E8463428}" dt="2026-04-14T16:27:49.587" v="1406" actId="20577"/>
        <pc:sldMkLst>
          <pc:docMk/>
          <pc:sldMk cId="3520347326" sldId="263"/>
        </pc:sldMkLst>
        <pc:spChg chg="mod">
          <ac:chgData name="K00287407: Matthew O Rourke Bourke" userId="4b082160-08a1-466c-bf6d-b1259c80464a" providerId="ADAL" clId="{11C1F9E4-4429-4CD7-BB08-9FA1E8463428}" dt="2026-04-14T16:27:40.258" v="1400" actId="26606"/>
          <ac:spMkLst>
            <pc:docMk/>
            <pc:sldMk cId="3520347326" sldId="263"/>
            <ac:spMk id="2" creationId="{CCEAFD96-3120-E259-A0A6-69F91400EBDB}"/>
          </ac:spMkLst>
        </pc:spChg>
        <pc:spChg chg="mod">
          <ac:chgData name="K00287407: Matthew O Rourke Bourke" userId="4b082160-08a1-466c-bf6d-b1259c80464a" providerId="ADAL" clId="{11C1F9E4-4429-4CD7-BB08-9FA1E8463428}" dt="2026-04-14T16:27:49.587" v="1406" actId="20577"/>
          <ac:spMkLst>
            <pc:docMk/>
            <pc:sldMk cId="3520347326" sldId="263"/>
            <ac:spMk id="3" creationId="{5C3F4B60-F42C-4B4B-7271-33AA437CC2C9}"/>
          </ac:spMkLst>
        </pc:spChg>
        <pc:spChg chg="add del">
          <ac:chgData name="K00287407: Matthew O Rourke Bourke" userId="4b082160-08a1-466c-bf6d-b1259c80464a" providerId="ADAL" clId="{11C1F9E4-4429-4CD7-BB08-9FA1E8463428}" dt="2026-04-14T16:27:40.238" v="1399" actId="26606"/>
          <ac:spMkLst>
            <pc:docMk/>
            <pc:sldMk cId="3520347326" sldId="263"/>
            <ac:spMk id="10" creationId="{78532AE1-3E02-470C-B898-A0C62F2E99AB}"/>
          </ac:spMkLst>
        </pc:spChg>
        <pc:spChg chg="add del">
          <ac:chgData name="K00287407: Matthew O Rourke Bourke" userId="4b082160-08a1-466c-bf6d-b1259c80464a" providerId="ADAL" clId="{11C1F9E4-4429-4CD7-BB08-9FA1E8463428}" dt="2026-04-14T16:27:40.238" v="1399" actId="26606"/>
          <ac:spMkLst>
            <pc:docMk/>
            <pc:sldMk cId="3520347326" sldId="263"/>
            <ac:spMk id="12" creationId="{E7401DF7-4687-415B-A91D-DB43BEEBDFE5}"/>
          </ac:spMkLst>
        </pc:spChg>
        <pc:spChg chg="add del">
          <ac:chgData name="K00287407: Matthew O Rourke Bourke" userId="4b082160-08a1-466c-bf6d-b1259c80464a" providerId="ADAL" clId="{11C1F9E4-4429-4CD7-BB08-9FA1E8463428}" dt="2026-04-14T16:27:40.238" v="1399" actId="26606"/>
          <ac:spMkLst>
            <pc:docMk/>
            <pc:sldMk cId="3520347326" sldId="263"/>
            <ac:spMk id="14" creationId="{8EFC09D2-72D2-4174-A2DF-1017D0FEBD3D}"/>
          </ac:spMkLst>
        </pc:spChg>
        <pc:spChg chg="add">
          <ac:chgData name="K00287407: Matthew O Rourke Bourke" userId="4b082160-08a1-466c-bf6d-b1259c80464a" providerId="ADAL" clId="{11C1F9E4-4429-4CD7-BB08-9FA1E8463428}" dt="2026-04-14T16:27:40.258" v="1400" actId="26606"/>
          <ac:spMkLst>
            <pc:docMk/>
            <pc:sldMk cId="3520347326" sldId="263"/>
            <ac:spMk id="16" creationId="{78532AE1-3E02-470C-B898-A0C62F2E99AB}"/>
          </ac:spMkLst>
        </pc:spChg>
        <pc:spChg chg="add">
          <ac:chgData name="K00287407: Matthew O Rourke Bourke" userId="4b082160-08a1-466c-bf6d-b1259c80464a" providerId="ADAL" clId="{11C1F9E4-4429-4CD7-BB08-9FA1E8463428}" dt="2026-04-14T16:27:40.258" v="1400" actId="26606"/>
          <ac:spMkLst>
            <pc:docMk/>
            <pc:sldMk cId="3520347326" sldId="263"/>
            <ac:spMk id="17" creationId="{E7401DF7-4687-415B-A91D-DB43BEEBDFE5}"/>
          </ac:spMkLst>
        </pc:spChg>
        <pc:spChg chg="add">
          <ac:chgData name="K00287407: Matthew O Rourke Bourke" userId="4b082160-08a1-466c-bf6d-b1259c80464a" providerId="ADAL" clId="{11C1F9E4-4429-4CD7-BB08-9FA1E8463428}" dt="2026-04-14T16:27:40.258" v="1400" actId="26606"/>
          <ac:spMkLst>
            <pc:docMk/>
            <pc:sldMk cId="3520347326" sldId="263"/>
            <ac:spMk id="18" creationId="{8EFC09D2-72D2-4174-A2DF-1017D0FEBD3D}"/>
          </ac:spMkLst>
        </pc:spChg>
        <pc:picChg chg="add del">
          <ac:chgData name="K00287407: Matthew O Rourke Bourke" userId="4b082160-08a1-466c-bf6d-b1259c80464a" providerId="ADAL" clId="{11C1F9E4-4429-4CD7-BB08-9FA1E8463428}" dt="2026-04-14T16:27:40.238" v="1399" actId="26606"/>
          <ac:picMkLst>
            <pc:docMk/>
            <pc:sldMk cId="3520347326" sldId="263"/>
            <ac:picMk id="7" creationId="{E807B0AC-6739-B996-565E-C49D7D3AB72C}"/>
          </ac:picMkLst>
        </pc:picChg>
        <pc:picChg chg="add">
          <ac:chgData name="K00287407: Matthew O Rourke Bourke" userId="4b082160-08a1-466c-bf6d-b1259c80464a" providerId="ADAL" clId="{11C1F9E4-4429-4CD7-BB08-9FA1E8463428}" dt="2026-04-14T16:27:40.258" v="1400" actId="26606"/>
          <ac:picMkLst>
            <pc:docMk/>
            <pc:sldMk cId="3520347326" sldId="263"/>
            <ac:picMk id="19" creationId="{597A3222-D661-EAE2-E85F-938D95B12BD9}"/>
          </ac:picMkLst>
        </pc:picChg>
      </pc:sldChg>
      <pc:sldChg chg="addSp delSp modSp new mod setBg">
        <pc:chgData name="K00287407: Matthew O Rourke Bourke" userId="4b082160-08a1-466c-bf6d-b1259c80464a" providerId="ADAL" clId="{11C1F9E4-4429-4CD7-BB08-9FA1E8463428}" dt="2026-04-14T16:34:02.037" v="1554" actId="26606"/>
        <pc:sldMkLst>
          <pc:docMk/>
          <pc:sldMk cId="544798542" sldId="264"/>
        </pc:sldMkLst>
        <pc:spChg chg="mod">
          <ac:chgData name="K00287407: Matthew O Rourke Bourke" userId="4b082160-08a1-466c-bf6d-b1259c80464a" providerId="ADAL" clId="{11C1F9E4-4429-4CD7-BB08-9FA1E8463428}" dt="2026-04-14T16:34:02.037" v="1554" actId="26606"/>
          <ac:spMkLst>
            <pc:docMk/>
            <pc:sldMk cId="544798542" sldId="264"/>
            <ac:spMk id="2" creationId="{C5CF8A23-8C9A-EB3E-F875-C6871ADCBE6A}"/>
          </ac:spMkLst>
        </pc:spChg>
        <pc:spChg chg="add del mod">
          <ac:chgData name="K00287407: Matthew O Rourke Bourke" userId="4b082160-08a1-466c-bf6d-b1259c80464a" providerId="ADAL" clId="{11C1F9E4-4429-4CD7-BB08-9FA1E8463428}" dt="2026-04-14T16:34:02.037" v="1554" actId="26606"/>
          <ac:spMkLst>
            <pc:docMk/>
            <pc:sldMk cId="544798542" sldId="264"/>
            <ac:spMk id="3" creationId="{A0D25CDD-1430-4A04-5107-680F3F60440A}"/>
          </ac:spMkLst>
        </pc:spChg>
        <pc:spChg chg="add del">
          <ac:chgData name="K00287407: Matthew O Rourke Bourke" userId="4b082160-08a1-466c-bf6d-b1259c80464a" providerId="ADAL" clId="{11C1F9E4-4429-4CD7-BB08-9FA1E8463428}" dt="2026-04-14T16:34:01.999" v="1553" actId="26606"/>
          <ac:spMkLst>
            <pc:docMk/>
            <pc:sldMk cId="544798542" sldId="264"/>
            <ac:spMk id="9" creationId="{BACC6370-2D7E-4714-9D71-7542949D7D5D}"/>
          </ac:spMkLst>
        </pc:spChg>
        <pc:spChg chg="add del">
          <ac:chgData name="K00287407: Matthew O Rourke Bourke" userId="4b082160-08a1-466c-bf6d-b1259c80464a" providerId="ADAL" clId="{11C1F9E4-4429-4CD7-BB08-9FA1E8463428}" dt="2026-04-14T16:34:01.999" v="1553" actId="26606"/>
          <ac:spMkLst>
            <pc:docMk/>
            <pc:sldMk cId="544798542" sldId="264"/>
            <ac:spMk id="11" creationId="{F68B3F68-107C-434F-AA38-110D5EA91B85}"/>
          </ac:spMkLst>
        </pc:spChg>
        <pc:spChg chg="add del">
          <ac:chgData name="K00287407: Matthew O Rourke Bourke" userId="4b082160-08a1-466c-bf6d-b1259c80464a" providerId="ADAL" clId="{11C1F9E4-4429-4CD7-BB08-9FA1E8463428}" dt="2026-04-14T16:34:01.999" v="1553" actId="26606"/>
          <ac:spMkLst>
            <pc:docMk/>
            <pc:sldMk cId="544798542" sldId="264"/>
            <ac:spMk id="13" creationId="{AAD0DBB9-1A4B-4391-81D4-CB19F9AB918A}"/>
          </ac:spMkLst>
        </pc:spChg>
        <pc:spChg chg="add del">
          <ac:chgData name="K00287407: Matthew O Rourke Bourke" userId="4b082160-08a1-466c-bf6d-b1259c80464a" providerId="ADAL" clId="{11C1F9E4-4429-4CD7-BB08-9FA1E8463428}" dt="2026-04-14T16:34:01.999" v="1553" actId="26606"/>
          <ac:spMkLst>
            <pc:docMk/>
            <pc:sldMk cId="544798542" sldId="264"/>
            <ac:spMk id="15" creationId="{063BBA22-50EA-4C4D-BE05-F1CE4E63AA56}"/>
          </ac:spMkLst>
        </pc:spChg>
        <pc:spChg chg="add">
          <ac:chgData name="K00287407: Matthew O Rourke Bourke" userId="4b082160-08a1-466c-bf6d-b1259c80464a" providerId="ADAL" clId="{11C1F9E4-4429-4CD7-BB08-9FA1E8463428}" dt="2026-04-14T16:34:02.037" v="1554" actId="26606"/>
          <ac:spMkLst>
            <pc:docMk/>
            <pc:sldMk cId="544798542" sldId="264"/>
            <ac:spMk id="16" creationId="{D5B0017B-2ECA-49AF-B397-DC140825DF8D}"/>
          </ac:spMkLst>
        </pc:spChg>
        <pc:spChg chg="add">
          <ac:chgData name="K00287407: Matthew O Rourke Bourke" userId="4b082160-08a1-466c-bf6d-b1259c80464a" providerId="ADAL" clId="{11C1F9E4-4429-4CD7-BB08-9FA1E8463428}" dt="2026-04-14T16:34:02.037" v="1554" actId="26606"/>
          <ac:spMkLst>
            <pc:docMk/>
            <pc:sldMk cId="544798542" sldId="264"/>
            <ac:spMk id="17" creationId="{56E9B3E6-E277-4D68-BA48-9CB43FFBD6E2}"/>
          </ac:spMkLst>
        </pc:spChg>
        <pc:grpChg chg="add">
          <ac:chgData name="K00287407: Matthew O Rourke Bourke" userId="4b082160-08a1-466c-bf6d-b1259c80464a" providerId="ADAL" clId="{11C1F9E4-4429-4CD7-BB08-9FA1E8463428}" dt="2026-04-14T16:34:02.037" v="1554" actId="26606"/>
          <ac:grpSpMkLst>
            <pc:docMk/>
            <pc:sldMk cId="544798542" sldId="264"/>
            <ac:grpSpMk id="19" creationId="{AE1C45F0-260A-458C-96ED-C1F6D2151219}"/>
          </ac:grpSpMkLst>
        </pc:grpChg>
        <pc:graphicFrameChg chg="add del">
          <ac:chgData name="K00287407: Matthew O Rourke Bourke" userId="4b082160-08a1-466c-bf6d-b1259c80464a" providerId="ADAL" clId="{11C1F9E4-4429-4CD7-BB08-9FA1E8463428}" dt="2026-04-14T16:34:01.999" v="1553" actId="26606"/>
          <ac:graphicFrameMkLst>
            <pc:docMk/>
            <pc:sldMk cId="544798542" sldId="264"/>
            <ac:graphicFrameMk id="5" creationId="{EE29E79E-63D1-B8C3-B99B-B0C811B2B759}"/>
          </ac:graphicFrameMkLst>
        </pc:graphicFrameChg>
        <pc:graphicFrameChg chg="add">
          <ac:chgData name="K00287407: Matthew O Rourke Bourke" userId="4b082160-08a1-466c-bf6d-b1259c80464a" providerId="ADAL" clId="{11C1F9E4-4429-4CD7-BB08-9FA1E8463428}" dt="2026-04-14T16:34:02.037" v="1554" actId="26606"/>
          <ac:graphicFrameMkLst>
            <pc:docMk/>
            <pc:sldMk cId="544798542" sldId="264"/>
            <ac:graphicFrameMk id="21" creationId="{DF6FAB43-9E2D-223B-04DC-43267B647E66}"/>
          </ac:graphicFrameMkLst>
        </pc:graphicFrameChg>
        <pc:cxnChg chg="add">
          <ac:chgData name="K00287407: Matthew O Rourke Bourke" userId="4b082160-08a1-466c-bf6d-b1259c80464a" providerId="ADAL" clId="{11C1F9E4-4429-4CD7-BB08-9FA1E8463428}" dt="2026-04-14T16:34:02.037" v="1554" actId="26606"/>
          <ac:cxnSpMkLst>
            <pc:docMk/>
            <pc:sldMk cId="544798542" sldId="264"/>
            <ac:cxnSpMk id="18" creationId="{6CF1BAF6-AD41-4082-B212-8A1F9A2E8779}"/>
          </ac:cxnSpMkLst>
        </pc:cxnChg>
      </pc:sldChg>
      <pc:sldChg chg="addSp delSp modSp new del mod setBg">
        <pc:chgData name="K00287407: Matthew O Rourke Bourke" userId="4b082160-08a1-466c-bf6d-b1259c80464a" providerId="ADAL" clId="{11C1F9E4-4429-4CD7-BB08-9FA1E8463428}" dt="2026-04-14T17:05:29.675" v="2180" actId="2696"/>
        <pc:sldMkLst>
          <pc:docMk/>
          <pc:sldMk cId="798342062" sldId="265"/>
        </pc:sldMkLst>
        <pc:spChg chg="mod">
          <ac:chgData name="K00287407: Matthew O Rourke Bourke" userId="4b082160-08a1-466c-bf6d-b1259c80464a" providerId="ADAL" clId="{11C1F9E4-4429-4CD7-BB08-9FA1E8463428}" dt="2026-04-14T16:47:14.186" v="1941" actId="26606"/>
          <ac:spMkLst>
            <pc:docMk/>
            <pc:sldMk cId="798342062" sldId="265"/>
            <ac:spMk id="2" creationId="{4E58AED0-05EC-3587-5B58-0C22C3924A3F}"/>
          </ac:spMkLst>
        </pc:spChg>
        <pc:spChg chg="del mod">
          <ac:chgData name="K00287407: Matthew O Rourke Bourke" userId="4b082160-08a1-466c-bf6d-b1259c80464a" providerId="ADAL" clId="{11C1F9E4-4429-4CD7-BB08-9FA1E8463428}" dt="2026-04-14T16:47:14.186" v="1941" actId="26606"/>
          <ac:spMkLst>
            <pc:docMk/>
            <pc:sldMk cId="798342062" sldId="265"/>
            <ac:spMk id="3" creationId="{158D1A2A-4943-6B01-2D1A-9B4B25F35B4F}"/>
          </ac:spMkLst>
        </pc:spChg>
        <pc:spChg chg="add">
          <ac:chgData name="K00287407: Matthew O Rourke Bourke" userId="4b082160-08a1-466c-bf6d-b1259c80464a" providerId="ADAL" clId="{11C1F9E4-4429-4CD7-BB08-9FA1E8463428}" dt="2026-04-14T16:47:14.186" v="1941" actId="26606"/>
          <ac:spMkLst>
            <pc:docMk/>
            <pc:sldMk cId="798342062" sldId="265"/>
            <ac:spMk id="9" creationId="{56E9B3E6-E277-4D68-BA48-9CB43FFBD6E2}"/>
          </ac:spMkLst>
        </pc:spChg>
        <pc:spChg chg="add">
          <ac:chgData name="K00287407: Matthew O Rourke Bourke" userId="4b082160-08a1-466c-bf6d-b1259c80464a" providerId="ADAL" clId="{11C1F9E4-4429-4CD7-BB08-9FA1E8463428}" dt="2026-04-14T16:47:14.186" v="1941" actId="26606"/>
          <ac:spMkLst>
            <pc:docMk/>
            <pc:sldMk cId="798342062" sldId="265"/>
            <ac:spMk id="16" creationId="{D5B0017B-2ECA-49AF-B397-DC140825DF8D}"/>
          </ac:spMkLst>
        </pc:spChg>
        <pc:grpChg chg="add">
          <ac:chgData name="K00287407: Matthew O Rourke Bourke" userId="4b082160-08a1-466c-bf6d-b1259c80464a" providerId="ADAL" clId="{11C1F9E4-4429-4CD7-BB08-9FA1E8463428}" dt="2026-04-14T16:47:14.186" v="1941" actId="26606"/>
          <ac:grpSpMkLst>
            <pc:docMk/>
            <pc:sldMk cId="798342062" sldId="265"/>
            <ac:grpSpMk id="11" creationId="{AE1C45F0-260A-458C-96ED-C1F6D2151219}"/>
          </ac:grpSpMkLst>
        </pc:grpChg>
        <pc:graphicFrameChg chg="add modGraphic">
          <ac:chgData name="K00287407: Matthew O Rourke Bourke" userId="4b082160-08a1-466c-bf6d-b1259c80464a" providerId="ADAL" clId="{11C1F9E4-4429-4CD7-BB08-9FA1E8463428}" dt="2026-04-14T16:47:24.669" v="1952" actId="20577"/>
          <ac:graphicFrameMkLst>
            <pc:docMk/>
            <pc:sldMk cId="798342062" sldId="265"/>
            <ac:graphicFrameMk id="5" creationId="{692873D0-66BC-43BD-7767-FA7E6D1B0B43}"/>
          </ac:graphicFrameMkLst>
        </pc:graphicFrameChg>
        <pc:cxnChg chg="add">
          <ac:chgData name="K00287407: Matthew O Rourke Bourke" userId="4b082160-08a1-466c-bf6d-b1259c80464a" providerId="ADAL" clId="{11C1F9E4-4429-4CD7-BB08-9FA1E8463428}" dt="2026-04-14T16:47:14.186" v="1941" actId="26606"/>
          <ac:cxnSpMkLst>
            <pc:docMk/>
            <pc:sldMk cId="798342062" sldId="265"/>
            <ac:cxnSpMk id="18" creationId="{6CF1BAF6-AD41-4082-B212-8A1F9A2E8779}"/>
          </ac:cxnSpMkLst>
        </pc:cxnChg>
      </pc:sldChg>
      <pc:sldChg chg="addSp delSp modSp new mod setBg">
        <pc:chgData name="K00287407: Matthew O Rourke Bourke" userId="4b082160-08a1-466c-bf6d-b1259c80464a" providerId="ADAL" clId="{11C1F9E4-4429-4CD7-BB08-9FA1E8463428}" dt="2026-04-14T16:50:34.773" v="1974" actId="26606"/>
        <pc:sldMkLst>
          <pc:docMk/>
          <pc:sldMk cId="2649274130" sldId="266"/>
        </pc:sldMkLst>
        <pc:spChg chg="mod">
          <ac:chgData name="K00287407: Matthew O Rourke Bourke" userId="4b082160-08a1-466c-bf6d-b1259c80464a" providerId="ADAL" clId="{11C1F9E4-4429-4CD7-BB08-9FA1E8463428}" dt="2026-04-14T16:50:34.773" v="1974" actId="26606"/>
          <ac:spMkLst>
            <pc:docMk/>
            <pc:sldMk cId="2649274130" sldId="266"/>
            <ac:spMk id="2" creationId="{B3BBCFEF-7F34-D730-55F0-86FC8475AEE9}"/>
          </ac:spMkLst>
        </pc:spChg>
        <pc:spChg chg="add del mod">
          <ac:chgData name="K00287407: Matthew O Rourke Bourke" userId="4b082160-08a1-466c-bf6d-b1259c80464a" providerId="ADAL" clId="{11C1F9E4-4429-4CD7-BB08-9FA1E8463428}" dt="2026-04-14T16:50:34.773" v="1974" actId="26606"/>
          <ac:spMkLst>
            <pc:docMk/>
            <pc:sldMk cId="2649274130" sldId="266"/>
            <ac:spMk id="3" creationId="{BF85581E-55C4-5B24-2807-BF185F424CA0}"/>
          </ac:spMkLst>
        </pc:spChg>
        <pc:spChg chg="add">
          <ac:chgData name="K00287407: Matthew O Rourke Bourke" userId="4b082160-08a1-466c-bf6d-b1259c80464a" providerId="ADAL" clId="{11C1F9E4-4429-4CD7-BB08-9FA1E8463428}" dt="2026-04-14T16:50:34.773" v="1974" actId="26606"/>
          <ac:spMkLst>
            <pc:docMk/>
            <pc:sldMk cId="2649274130" sldId="266"/>
            <ac:spMk id="8" creationId="{DBF61EA3-B236-439E-9C0B-340980D56BEE}"/>
          </ac:spMkLst>
        </pc:spChg>
        <pc:spChg chg="add del">
          <ac:chgData name="K00287407: Matthew O Rourke Bourke" userId="4b082160-08a1-466c-bf6d-b1259c80464a" providerId="ADAL" clId="{11C1F9E4-4429-4CD7-BB08-9FA1E8463428}" dt="2026-04-14T16:50:34.755" v="1973" actId="26606"/>
          <ac:spMkLst>
            <pc:docMk/>
            <pc:sldMk cId="2649274130" sldId="266"/>
            <ac:spMk id="9" creationId="{56E9B3E6-E277-4D68-BA48-9CB43FFBD6E2}"/>
          </ac:spMkLst>
        </pc:spChg>
        <pc:spChg chg="add del">
          <ac:chgData name="K00287407: Matthew O Rourke Bourke" userId="4b082160-08a1-466c-bf6d-b1259c80464a" providerId="ADAL" clId="{11C1F9E4-4429-4CD7-BB08-9FA1E8463428}" dt="2026-04-14T16:50:34.755" v="1973" actId="26606"/>
          <ac:spMkLst>
            <pc:docMk/>
            <pc:sldMk cId="2649274130" sldId="266"/>
            <ac:spMk id="16" creationId="{D5B0017B-2ECA-49AF-B397-DC140825DF8D}"/>
          </ac:spMkLst>
        </pc:spChg>
        <pc:spChg chg="add">
          <ac:chgData name="K00287407: Matthew O Rourke Bourke" userId="4b082160-08a1-466c-bf6d-b1259c80464a" providerId="ADAL" clId="{11C1F9E4-4429-4CD7-BB08-9FA1E8463428}" dt="2026-04-14T16:50:34.773" v="1974" actId="26606"/>
          <ac:spMkLst>
            <pc:docMk/>
            <pc:sldMk cId="2649274130" sldId="266"/>
            <ac:spMk id="22" creationId="{E659831F-0D9A-4C63-9EBB-8435B85A440F}"/>
          </ac:spMkLst>
        </pc:spChg>
        <pc:spChg chg="add">
          <ac:chgData name="K00287407: Matthew O Rourke Bourke" userId="4b082160-08a1-466c-bf6d-b1259c80464a" providerId="ADAL" clId="{11C1F9E4-4429-4CD7-BB08-9FA1E8463428}" dt="2026-04-14T16:50:34.773" v="1974" actId="26606"/>
          <ac:spMkLst>
            <pc:docMk/>
            <pc:sldMk cId="2649274130" sldId="266"/>
            <ac:spMk id="23" creationId="{BF85581E-55C4-5B24-2807-BF185F424CA0}"/>
          </ac:spMkLst>
        </pc:spChg>
        <pc:grpChg chg="add">
          <ac:chgData name="K00287407: Matthew O Rourke Bourke" userId="4b082160-08a1-466c-bf6d-b1259c80464a" providerId="ADAL" clId="{11C1F9E4-4429-4CD7-BB08-9FA1E8463428}" dt="2026-04-14T16:50:34.773" v="1974" actId="26606"/>
          <ac:grpSpMkLst>
            <pc:docMk/>
            <pc:sldMk cId="2649274130" sldId="266"/>
            <ac:grpSpMk id="10" creationId="{28FAF094-D087-493F-8DF9-A486C2D6BBAA}"/>
          </ac:grpSpMkLst>
        </pc:grpChg>
        <pc:grpChg chg="add del">
          <ac:chgData name="K00287407: Matthew O Rourke Bourke" userId="4b082160-08a1-466c-bf6d-b1259c80464a" providerId="ADAL" clId="{11C1F9E4-4429-4CD7-BB08-9FA1E8463428}" dt="2026-04-14T16:50:34.755" v="1973" actId="26606"/>
          <ac:grpSpMkLst>
            <pc:docMk/>
            <pc:sldMk cId="2649274130" sldId="266"/>
            <ac:grpSpMk id="11" creationId="{AE1C45F0-260A-458C-96ED-C1F6D2151219}"/>
          </ac:grpSpMkLst>
        </pc:grpChg>
        <pc:graphicFrameChg chg="add del">
          <ac:chgData name="K00287407: Matthew O Rourke Bourke" userId="4b082160-08a1-466c-bf6d-b1259c80464a" providerId="ADAL" clId="{11C1F9E4-4429-4CD7-BB08-9FA1E8463428}" dt="2026-04-14T16:50:34.755" v="1973" actId="26606"/>
          <ac:graphicFrameMkLst>
            <pc:docMk/>
            <pc:sldMk cId="2649274130" sldId="266"/>
            <ac:graphicFrameMk id="5" creationId="{B808E0DE-68C4-6F5C-1E10-BEC0DBD0EE38}"/>
          </ac:graphicFrameMkLst>
        </pc:graphicFrameChg>
        <pc:cxnChg chg="add del">
          <ac:chgData name="K00287407: Matthew O Rourke Bourke" userId="4b082160-08a1-466c-bf6d-b1259c80464a" providerId="ADAL" clId="{11C1F9E4-4429-4CD7-BB08-9FA1E8463428}" dt="2026-04-14T16:50:34.755" v="1973" actId="26606"/>
          <ac:cxnSpMkLst>
            <pc:docMk/>
            <pc:sldMk cId="2649274130" sldId="266"/>
            <ac:cxnSpMk id="18" creationId="{6CF1BAF6-AD41-4082-B212-8A1F9A2E8779}"/>
          </ac:cxnSpMkLst>
        </pc:cxnChg>
      </pc:sldChg>
      <pc:sldChg chg="addSp delSp modSp new mod setBg">
        <pc:chgData name="K00287407: Matthew O Rourke Bourke" userId="4b082160-08a1-466c-bf6d-b1259c80464a" providerId="ADAL" clId="{11C1F9E4-4429-4CD7-BB08-9FA1E8463428}" dt="2026-04-14T17:05:18.664" v="2179" actId="26606"/>
        <pc:sldMkLst>
          <pc:docMk/>
          <pc:sldMk cId="1503901736" sldId="267"/>
        </pc:sldMkLst>
        <pc:spChg chg="mod">
          <ac:chgData name="K00287407: Matthew O Rourke Bourke" userId="4b082160-08a1-466c-bf6d-b1259c80464a" providerId="ADAL" clId="{11C1F9E4-4429-4CD7-BB08-9FA1E8463428}" dt="2026-04-14T17:05:18.664" v="2179" actId="26606"/>
          <ac:spMkLst>
            <pc:docMk/>
            <pc:sldMk cId="1503901736" sldId="267"/>
            <ac:spMk id="2" creationId="{846BC132-E1AA-9111-B1EA-9C0A83762256}"/>
          </ac:spMkLst>
        </pc:spChg>
        <pc:spChg chg="del mod">
          <ac:chgData name="K00287407: Matthew O Rourke Bourke" userId="4b082160-08a1-466c-bf6d-b1259c80464a" providerId="ADAL" clId="{11C1F9E4-4429-4CD7-BB08-9FA1E8463428}" dt="2026-04-14T17:05:18.664" v="2179" actId="26606"/>
          <ac:spMkLst>
            <pc:docMk/>
            <pc:sldMk cId="1503901736" sldId="267"/>
            <ac:spMk id="3" creationId="{E52DDFBB-6C64-E479-7A41-6137616A53E9}"/>
          </ac:spMkLst>
        </pc:spChg>
        <pc:spChg chg="add">
          <ac:chgData name="K00287407: Matthew O Rourke Bourke" userId="4b082160-08a1-466c-bf6d-b1259c80464a" providerId="ADAL" clId="{11C1F9E4-4429-4CD7-BB08-9FA1E8463428}" dt="2026-04-14T17:05:18.664" v="2179" actId="26606"/>
          <ac:spMkLst>
            <pc:docMk/>
            <pc:sldMk cId="1503901736" sldId="267"/>
            <ac:spMk id="10" creationId="{E51BA4DF-2BD4-4EC2-B1DB-B27C8AC71864}"/>
          </ac:spMkLst>
        </pc:spChg>
        <pc:graphicFrameChg chg="add">
          <ac:chgData name="K00287407: Matthew O Rourke Bourke" userId="4b082160-08a1-466c-bf6d-b1259c80464a" providerId="ADAL" clId="{11C1F9E4-4429-4CD7-BB08-9FA1E8463428}" dt="2026-04-14T17:05:18.664" v="2179" actId="26606"/>
          <ac:graphicFrameMkLst>
            <pc:docMk/>
            <pc:sldMk cId="1503901736" sldId="267"/>
            <ac:graphicFrameMk id="5" creationId="{D91B3080-D32C-640A-85AA-6BC749E6AD5E}"/>
          </ac:graphicFrameMkLst>
        </pc:graphicFrameChg>
        <pc:picChg chg="add">
          <ac:chgData name="K00287407: Matthew O Rourke Bourke" userId="4b082160-08a1-466c-bf6d-b1259c80464a" providerId="ADAL" clId="{11C1F9E4-4429-4CD7-BB08-9FA1E8463428}" dt="2026-04-14T17:05:18.664" v="2179" actId="26606"/>
          <ac:picMkLst>
            <pc:docMk/>
            <pc:sldMk cId="1503901736" sldId="267"/>
            <ac:picMk id="6" creationId="{F3E4A33C-77E8-FCEB-8528-DFD7BB3815F8}"/>
          </ac:picMkLst>
        </pc:picChg>
      </pc:sldChg>
    </pc:docChg>
  </pc:docChgLst>
</pc:chgInfo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65CFB0-B173-4E68-BBE6-9E74EC675CB2}" type="doc">
      <dgm:prSet loTypeId="urn:microsoft.com/office/officeart/2005/8/layout/vList5" loCatId="list" qsTypeId="urn:microsoft.com/office/officeart/2005/8/quickstyle/simple5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FBEE726E-02E8-4316-93C2-716366CFB9A6}">
      <dgm:prSet/>
      <dgm:spPr/>
      <dgm:t>
        <a:bodyPr/>
        <a:lstStyle/>
        <a:p>
          <a:r>
            <a:rPr lang="en-IE"/>
            <a:t>More than 600 million people affected globally</a:t>
          </a:r>
          <a:endParaRPr lang="en-US"/>
        </a:p>
      </dgm:t>
    </dgm:pt>
    <dgm:pt modelId="{800DB98C-35CD-4767-891E-88BA9E794D72}" type="parTrans" cxnId="{4A8EC29C-9448-4EFC-BF8C-3FB8642EF9EE}">
      <dgm:prSet/>
      <dgm:spPr/>
      <dgm:t>
        <a:bodyPr/>
        <a:lstStyle/>
        <a:p>
          <a:endParaRPr lang="en-US"/>
        </a:p>
      </dgm:t>
    </dgm:pt>
    <dgm:pt modelId="{29A139C8-A584-4796-8F44-B6E736A95AD5}" type="sibTrans" cxnId="{4A8EC29C-9448-4EFC-BF8C-3FB8642EF9EE}">
      <dgm:prSet/>
      <dgm:spPr/>
      <dgm:t>
        <a:bodyPr/>
        <a:lstStyle/>
        <a:p>
          <a:endParaRPr lang="en-US"/>
        </a:p>
      </dgm:t>
    </dgm:pt>
    <dgm:pt modelId="{10EC61F3-4487-44DC-BF8A-6FF3C8E3A070}">
      <dgm:prSet/>
      <dgm:spPr/>
      <dgm:t>
        <a:bodyPr/>
        <a:lstStyle/>
        <a:p>
          <a:r>
            <a:rPr lang="en-IE"/>
            <a:t>1 in 3 people experience moderate to severe food insecurity</a:t>
          </a:r>
          <a:endParaRPr lang="en-US"/>
        </a:p>
      </dgm:t>
    </dgm:pt>
    <dgm:pt modelId="{044A3775-18EE-4737-AA0B-1EA0725E8CDE}" type="parTrans" cxnId="{4487F9B1-48F4-4B3E-B105-B2DC664BC9AA}">
      <dgm:prSet/>
      <dgm:spPr/>
      <dgm:t>
        <a:bodyPr/>
        <a:lstStyle/>
        <a:p>
          <a:endParaRPr lang="en-US"/>
        </a:p>
      </dgm:t>
    </dgm:pt>
    <dgm:pt modelId="{0A0B330F-C3E0-4E01-956C-D2560C65A10D}" type="sibTrans" cxnId="{4487F9B1-48F4-4B3E-B105-B2DC664BC9AA}">
      <dgm:prSet/>
      <dgm:spPr/>
      <dgm:t>
        <a:bodyPr/>
        <a:lstStyle/>
        <a:p>
          <a:endParaRPr lang="en-US"/>
        </a:p>
      </dgm:t>
    </dgm:pt>
    <dgm:pt modelId="{C875EDD6-5BAD-4A34-B483-1490FD166473}">
      <dgm:prSet/>
      <dgm:spPr/>
      <dgm:t>
        <a:bodyPr/>
        <a:lstStyle/>
        <a:p>
          <a:r>
            <a:rPr lang="en-IE"/>
            <a:t>Millions of children globally suffer from malnutrition</a:t>
          </a:r>
          <a:endParaRPr lang="en-US"/>
        </a:p>
      </dgm:t>
    </dgm:pt>
    <dgm:pt modelId="{E1D51147-B08B-46D5-A25A-098A90959F37}" type="parTrans" cxnId="{ECF78D0D-FD35-4E3B-81AC-2E0B60ED82E3}">
      <dgm:prSet/>
      <dgm:spPr/>
      <dgm:t>
        <a:bodyPr/>
        <a:lstStyle/>
        <a:p>
          <a:endParaRPr lang="en-US"/>
        </a:p>
      </dgm:t>
    </dgm:pt>
    <dgm:pt modelId="{D907D070-3E9C-4326-82F3-E9ACFEC08C40}" type="sibTrans" cxnId="{ECF78D0D-FD35-4E3B-81AC-2E0B60ED82E3}">
      <dgm:prSet/>
      <dgm:spPr/>
      <dgm:t>
        <a:bodyPr/>
        <a:lstStyle/>
        <a:p>
          <a:endParaRPr lang="en-US"/>
        </a:p>
      </dgm:t>
    </dgm:pt>
    <dgm:pt modelId="{DE002314-A839-4089-82DC-EF2B836BABD3}" type="pres">
      <dgm:prSet presAssocID="{A065CFB0-B173-4E68-BBE6-9E74EC675CB2}" presName="Name0" presStyleCnt="0">
        <dgm:presLayoutVars>
          <dgm:dir/>
          <dgm:animLvl val="lvl"/>
          <dgm:resizeHandles val="exact"/>
        </dgm:presLayoutVars>
      </dgm:prSet>
      <dgm:spPr/>
    </dgm:pt>
    <dgm:pt modelId="{1CB83664-0635-4356-87BB-671ADB4EA505}" type="pres">
      <dgm:prSet presAssocID="{FBEE726E-02E8-4316-93C2-716366CFB9A6}" presName="linNode" presStyleCnt="0"/>
      <dgm:spPr/>
    </dgm:pt>
    <dgm:pt modelId="{5165F064-6426-412E-8022-CCA81080922E}" type="pres">
      <dgm:prSet presAssocID="{FBEE726E-02E8-4316-93C2-716366CFB9A6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0687095E-79F1-4113-B4EB-77BCBFAD89C4}" type="pres">
      <dgm:prSet presAssocID="{29A139C8-A584-4796-8F44-B6E736A95AD5}" presName="sp" presStyleCnt="0"/>
      <dgm:spPr/>
    </dgm:pt>
    <dgm:pt modelId="{1DFCE38A-2261-4040-B6C0-4DF87E10B285}" type="pres">
      <dgm:prSet presAssocID="{10EC61F3-4487-44DC-BF8A-6FF3C8E3A070}" presName="linNode" presStyleCnt="0"/>
      <dgm:spPr/>
    </dgm:pt>
    <dgm:pt modelId="{013C1261-4F9C-4587-B910-4EE0B53D10F1}" type="pres">
      <dgm:prSet presAssocID="{10EC61F3-4487-44DC-BF8A-6FF3C8E3A070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9D80F52D-CA5F-4408-9ADD-C61C0B4BDEF7}" type="pres">
      <dgm:prSet presAssocID="{0A0B330F-C3E0-4E01-956C-D2560C65A10D}" presName="sp" presStyleCnt="0"/>
      <dgm:spPr/>
    </dgm:pt>
    <dgm:pt modelId="{5F21D2B1-2CC5-4433-A26C-512F2C32538B}" type="pres">
      <dgm:prSet presAssocID="{C875EDD6-5BAD-4A34-B483-1490FD166473}" presName="linNode" presStyleCnt="0"/>
      <dgm:spPr/>
    </dgm:pt>
    <dgm:pt modelId="{A4BED52D-A253-4FB3-850D-E9CF0C53881C}" type="pres">
      <dgm:prSet presAssocID="{C875EDD6-5BAD-4A34-B483-1490FD166473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ECF78D0D-FD35-4E3B-81AC-2E0B60ED82E3}" srcId="{A065CFB0-B173-4E68-BBE6-9E74EC675CB2}" destId="{C875EDD6-5BAD-4A34-B483-1490FD166473}" srcOrd="2" destOrd="0" parTransId="{E1D51147-B08B-46D5-A25A-098A90959F37}" sibTransId="{D907D070-3E9C-4326-82F3-E9ACFEC08C40}"/>
    <dgm:cxn modelId="{8FE2EB71-E627-4EF9-A285-F9C746A8216C}" type="presOf" srcId="{10EC61F3-4487-44DC-BF8A-6FF3C8E3A070}" destId="{013C1261-4F9C-4587-B910-4EE0B53D10F1}" srcOrd="0" destOrd="0" presId="urn:microsoft.com/office/officeart/2005/8/layout/vList5"/>
    <dgm:cxn modelId="{564BAB72-A729-443C-8A31-AB1FB8FA867F}" type="presOf" srcId="{FBEE726E-02E8-4316-93C2-716366CFB9A6}" destId="{5165F064-6426-412E-8022-CCA81080922E}" srcOrd="0" destOrd="0" presId="urn:microsoft.com/office/officeart/2005/8/layout/vList5"/>
    <dgm:cxn modelId="{3E24A880-D977-48B3-B18E-9A4761CA74E1}" type="presOf" srcId="{A065CFB0-B173-4E68-BBE6-9E74EC675CB2}" destId="{DE002314-A839-4089-82DC-EF2B836BABD3}" srcOrd="0" destOrd="0" presId="urn:microsoft.com/office/officeart/2005/8/layout/vList5"/>
    <dgm:cxn modelId="{4A8EC29C-9448-4EFC-BF8C-3FB8642EF9EE}" srcId="{A065CFB0-B173-4E68-BBE6-9E74EC675CB2}" destId="{FBEE726E-02E8-4316-93C2-716366CFB9A6}" srcOrd="0" destOrd="0" parTransId="{800DB98C-35CD-4767-891E-88BA9E794D72}" sibTransId="{29A139C8-A584-4796-8F44-B6E736A95AD5}"/>
    <dgm:cxn modelId="{4487F9B1-48F4-4B3E-B105-B2DC664BC9AA}" srcId="{A065CFB0-B173-4E68-BBE6-9E74EC675CB2}" destId="{10EC61F3-4487-44DC-BF8A-6FF3C8E3A070}" srcOrd="1" destOrd="0" parTransId="{044A3775-18EE-4737-AA0B-1EA0725E8CDE}" sibTransId="{0A0B330F-C3E0-4E01-956C-D2560C65A10D}"/>
    <dgm:cxn modelId="{EE2539E9-8BCC-41B2-8CA5-9FC3863CC69B}" type="presOf" srcId="{C875EDD6-5BAD-4A34-B483-1490FD166473}" destId="{A4BED52D-A253-4FB3-850D-E9CF0C53881C}" srcOrd="0" destOrd="0" presId="urn:microsoft.com/office/officeart/2005/8/layout/vList5"/>
    <dgm:cxn modelId="{9CF35724-3708-4A99-941F-0DBAE52DFF70}" type="presParOf" srcId="{DE002314-A839-4089-82DC-EF2B836BABD3}" destId="{1CB83664-0635-4356-87BB-671ADB4EA505}" srcOrd="0" destOrd="0" presId="urn:microsoft.com/office/officeart/2005/8/layout/vList5"/>
    <dgm:cxn modelId="{BEB631A9-154E-4EB4-82AC-46F90EA31D4C}" type="presParOf" srcId="{1CB83664-0635-4356-87BB-671ADB4EA505}" destId="{5165F064-6426-412E-8022-CCA81080922E}" srcOrd="0" destOrd="0" presId="urn:microsoft.com/office/officeart/2005/8/layout/vList5"/>
    <dgm:cxn modelId="{6FE9E5C6-7100-44CA-9EF7-5A03AC48BB84}" type="presParOf" srcId="{DE002314-A839-4089-82DC-EF2B836BABD3}" destId="{0687095E-79F1-4113-B4EB-77BCBFAD89C4}" srcOrd="1" destOrd="0" presId="urn:microsoft.com/office/officeart/2005/8/layout/vList5"/>
    <dgm:cxn modelId="{62EF5137-E12A-4D72-9F1A-FE2C960F0A2D}" type="presParOf" srcId="{DE002314-A839-4089-82DC-EF2B836BABD3}" destId="{1DFCE38A-2261-4040-B6C0-4DF87E10B285}" srcOrd="2" destOrd="0" presId="urn:microsoft.com/office/officeart/2005/8/layout/vList5"/>
    <dgm:cxn modelId="{33F461C7-487F-42CD-BB2E-B9BFDC5FFAE0}" type="presParOf" srcId="{1DFCE38A-2261-4040-B6C0-4DF87E10B285}" destId="{013C1261-4F9C-4587-B910-4EE0B53D10F1}" srcOrd="0" destOrd="0" presId="urn:microsoft.com/office/officeart/2005/8/layout/vList5"/>
    <dgm:cxn modelId="{2D74A6B8-52A9-4EBC-81BA-868BE4DCE154}" type="presParOf" srcId="{DE002314-A839-4089-82DC-EF2B836BABD3}" destId="{9D80F52D-CA5F-4408-9ADD-C61C0B4BDEF7}" srcOrd="3" destOrd="0" presId="urn:microsoft.com/office/officeart/2005/8/layout/vList5"/>
    <dgm:cxn modelId="{E2C0546D-88AE-4FE4-8CA8-D01FE2518535}" type="presParOf" srcId="{DE002314-A839-4089-82DC-EF2B836BABD3}" destId="{5F21D2B1-2CC5-4433-A26C-512F2C32538B}" srcOrd="4" destOrd="0" presId="urn:microsoft.com/office/officeart/2005/8/layout/vList5"/>
    <dgm:cxn modelId="{AD8F68D8-02D3-46E8-8D50-1C42666EF43E}" type="presParOf" srcId="{5F21D2B1-2CC5-4433-A26C-512F2C32538B}" destId="{A4BED52D-A253-4FB3-850D-E9CF0C53881C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E79784E-6778-4430-8CB9-6E1A348285A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11B934C-7017-429B-A250-E96D772AC1ED}">
      <dgm:prSet/>
      <dgm:spPr/>
      <dgm:t>
        <a:bodyPr/>
        <a:lstStyle/>
        <a:p>
          <a:r>
            <a:rPr lang="en-IE"/>
            <a:t>Structural Causes: Poverty and Economic inequality</a:t>
          </a:r>
          <a:endParaRPr lang="en-US"/>
        </a:p>
      </dgm:t>
    </dgm:pt>
    <dgm:pt modelId="{7C728917-65DD-4836-A44B-DF9D5D4DA7CB}" type="parTrans" cxnId="{315F1E88-7108-4CBC-824C-102FBBA9F934}">
      <dgm:prSet/>
      <dgm:spPr/>
      <dgm:t>
        <a:bodyPr/>
        <a:lstStyle/>
        <a:p>
          <a:endParaRPr lang="en-US"/>
        </a:p>
      </dgm:t>
    </dgm:pt>
    <dgm:pt modelId="{3CE0A67F-34A3-4CC2-9736-2707C78F5E72}" type="sibTrans" cxnId="{315F1E88-7108-4CBC-824C-102FBBA9F934}">
      <dgm:prSet/>
      <dgm:spPr/>
      <dgm:t>
        <a:bodyPr/>
        <a:lstStyle/>
        <a:p>
          <a:endParaRPr lang="en-US"/>
        </a:p>
      </dgm:t>
    </dgm:pt>
    <dgm:pt modelId="{0B4DB4FE-4219-43A4-B565-9E41C603C78F}">
      <dgm:prSet/>
      <dgm:spPr/>
      <dgm:t>
        <a:bodyPr/>
        <a:lstStyle/>
        <a:p>
          <a:r>
            <a:rPr lang="en-IE"/>
            <a:t>Environmental Causes: Climate change including droughts and floods</a:t>
          </a:r>
          <a:endParaRPr lang="en-US"/>
        </a:p>
      </dgm:t>
    </dgm:pt>
    <dgm:pt modelId="{CC3FCEF3-217D-4C9C-A647-D5790885F04F}" type="parTrans" cxnId="{48E33A0F-B746-4860-9558-20649C2FCB9F}">
      <dgm:prSet/>
      <dgm:spPr/>
      <dgm:t>
        <a:bodyPr/>
        <a:lstStyle/>
        <a:p>
          <a:endParaRPr lang="en-US"/>
        </a:p>
      </dgm:t>
    </dgm:pt>
    <dgm:pt modelId="{FF7DD053-2128-4291-AAF9-B81FF17E790C}" type="sibTrans" cxnId="{48E33A0F-B746-4860-9558-20649C2FCB9F}">
      <dgm:prSet/>
      <dgm:spPr/>
      <dgm:t>
        <a:bodyPr/>
        <a:lstStyle/>
        <a:p>
          <a:endParaRPr lang="en-US"/>
        </a:p>
      </dgm:t>
    </dgm:pt>
    <dgm:pt modelId="{3F8703CA-9B72-45A2-A2DB-6E8A1A4AA24D}">
      <dgm:prSet/>
      <dgm:spPr/>
      <dgm:t>
        <a:bodyPr/>
        <a:lstStyle/>
        <a:p>
          <a:r>
            <a:rPr lang="en-IE"/>
            <a:t>Political causes: Conflict and war, displacement of people</a:t>
          </a:r>
          <a:endParaRPr lang="en-US"/>
        </a:p>
      </dgm:t>
    </dgm:pt>
    <dgm:pt modelId="{60AA9B1D-933D-45EC-B02D-35FA49CA88A6}" type="parTrans" cxnId="{B2A43C64-2A8F-4563-8A7C-28B55A213181}">
      <dgm:prSet/>
      <dgm:spPr/>
      <dgm:t>
        <a:bodyPr/>
        <a:lstStyle/>
        <a:p>
          <a:endParaRPr lang="en-US"/>
        </a:p>
      </dgm:t>
    </dgm:pt>
    <dgm:pt modelId="{7027A44D-5D4D-496A-B5EF-6EF31FA7C0B0}" type="sibTrans" cxnId="{B2A43C64-2A8F-4563-8A7C-28B55A213181}">
      <dgm:prSet/>
      <dgm:spPr/>
      <dgm:t>
        <a:bodyPr/>
        <a:lstStyle/>
        <a:p>
          <a:endParaRPr lang="en-US"/>
        </a:p>
      </dgm:t>
    </dgm:pt>
    <dgm:pt modelId="{6BE681ED-63C9-4D96-B2A7-8BA6FA51FA5F}">
      <dgm:prSet/>
      <dgm:spPr/>
      <dgm:t>
        <a:bodyPr/>
        <a:lstStyle/>
        <a:p>
          <a:r>
            <a:rPr lang="en-IE"/>
            <a:t>Systemic causes: Food waste and unequal distribution</a:t>
          </a:r>
          <a:endParaRPr lang="en-US"/>
        </a:p>
      </dgm:t>
    </dgm:pt>
    <dgm:pt modelId="{50DFA6DF-8847-40BA-88B1-C86015F2926E}" type="parTrans" cxnId="{84EE0AD9-F2DC-40A9-8E3C-BCB0B7363951}">
      <dgm:prSet/>
      <dgm:spPr/>
      <dgm:t>
        <a:bodyPr/>
        <a:lstStyle/>
        <a:p>
          <a:endParaRPr lang="en-US"/>
        </a:p>
      </dgm:t>
    </dgm:pt>
    <dgm:pt modelId="{892C74F6-967A-49D7-B4F2-926CBB5123EB}" type="sibTrans" cxnId="{84EE0AD9-F2DC-40A9-8E3C-BCB0B7363951}">
      <dgm:prSet/>
      <dgm:spPr/>
      <dgm:t>
        <a:bodyPr/>
        <a:lstStyle/>
        <a:p>
          <a:endParaRPr lang="en-US"/>
        </a:p>
      </dgm:t>
    </dgm:pt>
    <dgm:pt modelId="{C216ED71-30C0-40D7-841C-AFA7C41D21C8}" type="pres">
      <dgm:prSet presAssocID="{CE79784E-6778-4430-8CB9-6E1A348285A2}" presName="vert0" presStyleCnt="0">
        <dgm:presLayoutVars>
          <dgm:dir/>
          <dgm:animOne val="branch"/>
          <dgm:animLvl val="lvl"/>
        </dgm:presLayoutVars>
      </dgm:prSet>
      <dgm:spPr/>
    </dgm:pt>
    <dgm:pt modelId="{A0BA1761-18B4-492E-A731-6CAC8C6BCD2F}" type="pres">
      <dgm:prSet presAssocID="{C11B934C-7017-429B-A250-E96D772AC1ED}" presName="thickLine" presStyleLbl="alignNode1" presStyleIdx="0" presStyleCnt="4"/>
      <dgm:spPr/>
    </dgm:pt>
    <dgm:pt modelId="{AE7508D0-0277-4689-BA94-92772A4633B1}" type="pres">
      <dgm:prSet presAssocID="{C11B934C-7017-429B-A250-E96D772AC1ED}" presName="horz1" presStyleCnt="0"/>
      <dgm:spPr/>
    </dgm:pt>
    <dgm:pt modelId="{7A99BF0E-3ABC-4317-BF24-C3C5CF8A7B14}" type="pres">
      <dgm:prSet presAssocID="{C11B934C-7017-429B-A250-E96D772AC1ED}" presName="tx1" presStyleLbl="revTx" presStyleIdx="0" presStyleCnt="4"/>
      <dgm:spPr/>
    </dgm:pt>
    <dgm:pt modelId="{B5FD5AF4-EB0D-4193-B4FE-D94E5D5A37D3}" type="pres">
      <dgm:prSet presAssocID="{C11B934C-7017-429B-A250-E96D772AC1ED}" presName="vert1" presStyleCnt="0"/>
      <dgm:spPr/>
    </dgm:pt>
    <dgm:pt modelId="{CFB73D9E-B120-450A-8F39-E827DAF41132}" type="pres">
      <dgm:prSet presAssocID="{0B4DB4FE-4219-43A4-B565-9E41C603C78F}" presName="thickLine" presStyleLbl="alignNode1" presStyleIdx="1" presStyleCnt="4"/>
      <dgm:spPr/>
    </dgm:pt>
    <dgm:pt modelId="{F05275DD-D0FE-4FF6-ADE2-D60FC6EFF4CE}" type="pres">
      <dgm:prSet presAssocID="{0B4DB4FE-4219-43A4-B565-9E41C603C78F}" presName="horz1" presStyleCnt="0"/>
      <dgm:spPr/>
    </dgm:pt>
    <dgm:pt modelId="{E77E23D2-4E60-4E70-B50D-221CFB26B081}" type="pres">
      <dgm:prSet presAssocID="{0B4DB4FE-4219-43A4-B565-9E41C603C78F}" presName="tx1" presStyleLbl="revTx" presStyleIdx="1" presStyleCnt="4"/>
      <dgm:spPr/>
    </dgm:pt>
    <dgm:pt modelId="{7B4F47C9-31DA-410C-A13E-DF0780AEF643}" type="pres">
      <dgm:prSet presAssocID="{0B4DB4FE-4219-43A4-B565-9E41C603C78F}" presName="vert1" presStyleCnt="0"/>
      <dgm:spPr/>
    </dgm:pt>
    <dgm:pt modelId="{4B976359-615E-41DF-85A1-556295129D85}" type="pres">
      <dgm:prSet presAssocID="{3F8703CA-9B72-45A2-A2DB-6E8A1A4AA24D}" presName="thickLine" presStyleLbl="alignNode1" presStyleIdx="2" presStyleCnt="4"/>
      <dgm:spPr/>
    </dgm:pt>
    <dgm:pt modelId="{1F6852E3-2B5E-4BCA-8B70-FA7A7A9A41FB}" type="pres">
      <dgm:prSet presAssocID="{3F8703CA-9B72-45A2-A2DB-6E8A1A4AA24D}" presName="horz1" presStyleCnt="0"/>
      <dgm:spPr/>
    </dgm:pt>
    <dgm:pt modelId="{6B4165C7-BD0C-4035-9876-AFCDE05FAEE9}" type="pres">
      <dgm:prSet presAssocID="{3F8703CA-9B72-45A2-A2DB-6E8A1A4AA24D}" presName="tx1" presStyleLbl="revTx" presStyleIdx="2" presStyleCnt="4"/>
      <dgm:spPr/>
    </dgm:pt>
    <dgm:pt modelId="{0D7DBC9C-1ED5-4E59-BCE5-C0962773D6A5}" type="pres">
      <dgm:prSet presAssocID="{3F8703CA-9B72-45A2-A2DB-6E8A1A4AA24D}" presName="vert1" presStyleCnt="0"/>
      <dgm:spPr/>
    </dgm:pt>
    <dgm:pt modelId="{B74B1A73-EC66-412C-A2A1-1DBE25DF4F39}" type="pres">
      <dgm:prSet presAssocID="{6BE681ED-63C9-4D96-B2A7-8BA6FA51FA5F}" presName="thickLine" presStyleLbl="alignNode1" presStyleIdx="3" presStyleCnt="4"/>
      <dgm:spPr/>
    </dgm:pt>
    <dgm:pt modelId="{FE6B9FFE-12E1-4AFF-B20E-86CC8B16F46E}" type="pres">
      <dgm:prSet presAssocID="{6BE681ED-63C9-4D96-B2A7-8BA6FA51FA5F}" presName="horz1" presStyleCnt="0"/>
      <dgm:spPr/>
    </dgm:pt>
    <dgm:pt modelId="{973D6061-FF75-4A61-BBE9-B32AB669A111}" type="pres">
      <dgm:prSet presAssocID="{6BE681ED-63C9-4D96-B2A7-8BA6FA51FA5F}" presName="tx1" presStyleLbl="revTx" presStyleIdx="3" presStyleCnt="4"/>
      <dgm:spPr/>
    </dgm:pt>
    <dgm:pt modelId="{D26F1DE6-DC70-40CC-8958-D3D199D5E2C1}" type="pres">
      <dgm:prSet presAssocID="{6BE681ED-63C9-4D96-B2A7-8BA6FA51FA5F}" presName="vert1" presStyleCnt="0"/>
      <dgm:spPr/>
    </dgm:pt>
  </dgm:ptLst>
  <dgm:cxnLst>
    <dgm:cxn modelId="{48E33A0F-B746-4860-9558-20649C2FCB9F}" srcId="{CE79784E-6778-4430-8CB9-6E1A348285A2}" destId="{0B4DB4FE-4219-43A4-B565-9E41C603C78F}" srcOrd="1" destOrd="0" parTransId="{CC3FCEF3-217D-4C9C-A647-D5790885F04F}" sibTransId="{FF7DD053-2128-4291-AAF9-B81FF17E790C}"/>
    <dgm:cxn modelId="{802BF227-B7EC-4B9F-A50E-0B1692537212}" type="presOf" srcId="{0B4DB4FE-4219-43A4-B565-9E41C603C78F}" destId="{E77E23D2-4E60-4E70-B50D-221CFB26B081}" srcOrd="0" destOrd="0" presId="urn:microsoft.com/office/officeart/2008/layout/LinedList"/>
    <dgm:cxn modelId="{B536AA3F-131E-4C73-BF34-E30FCB3E3CBE}" type="presOf" srcId="{6BE681ED-63C9-4D96-B2A7-8BA6FA51FA5F}" destId="{973D6061-FF75-4A61-BBE9-B32AB669A111}" srcOrd="0" destOrd="0" presId="urn:microsoft.com/office/officeart/2008/layout/LinedList"/>
    <dgm:cxn modelId="{B2A43C64-2A8F-4563-8A7C-28B55A213181}" srcId="{CE79784E-6778-4430-8CB9-6E1A348285A2}" destId="{3F8703CA-9B72-45A2-A2DB-6E8A1A4AA24D}" srcOrd="2" destOrd="0" parTransId="{60AA9B1D-933D-45EC-B02D-35FA49CA88A6}" sibTransId="{7027A44D-5D4D-496A-B5EF-6EF31FA7C0B0}"/>
    <dgm:cxn modelId="{46129C82-0BDE-40C9-AA90-9858F35DD8F0}" type="presOf" srcId="{3F8703CA-9B72-45A2-A2DB-6E8A1A4AA24D}" destId="{6B4165C7-BD0C-4035-9876-AFCDE05FAEE9}" srcOrd="0" destOrd="0" presId="urn:microsoft.com/office/officeart/2008/layout/LinedList"/>
    <dgm:cxn modelId="{315F1E88-7108-4CBC-824C-102FBBA9F934}" srcId="{CE79784E-6778-4430-8CB9-6E1A348285A2}" destId="{C11B934C-7017-429B-A250-E96D772AC1ED}" srcOrd="0" destOrd="0" parTransId="{7C728917-65DD-4836-A44B-DF9D5D4DA7CB}" sibTransId="{3CE0A67F-34A3-4CC2-9736-2707C78F5E72}"/>
    <dgm:cxn modelId="{358D72B9-CA01-4F0C-B548-DAA87E20E6C2}" type="presOf" srcId="{C11B934C-7017-429B-A250-E96D772AC1ED}" destId="{7A99BF0E-3ABC-4317-BF24-C3C5CF8A7B14}" srcOrd="0" destOrd="0" presId="urn:microsoft.com/office/officeart/2008/layout/LinedList"/>
    <dgm:cxn modelId="{84EE0AD9-F2DC-40A9-8E3C-BCB0B7363951}" srcId="{CE79784E-6778-4430-8CB9-6E1A348285A2}" destId="{6BE681ED-63C9-4D96-B2A7-8BA6FA51FA5F}" srcOrd="3" destOrd="0" parTransId="{50DFA6DF-8847-40BA-88B1-C86015F2926E}" sibTransId="{892C74F6-967A-49D7-B4F2-926CBB5123EB}"/>
    <dgm:cxn modelId="{BB198BFE-228C-40C9-B561-80B735C1D6F4}" type="presOf" srcId="{CE79784E-6778-4430-8CB9-6E1A348285A2}" destId="{C216ED71-30C0-40D7-841C-AFA7C41D21C8}" srcOrd="0" destOrd="0" presId="urn:microsoft.com/office/officeart/2008/layout/LinedList"/>
    <dgm:cxn modelId="{B5BE8749-8A54-421C-8A44-59945CE3EA66}" type="presParOf" srcId="{C216ED71-30C0-40D7-841C-AFA7C41D21C8}" destId="{A0BA1761-18B4-492E-A731-6CAC8C6BCD2F}" srcOrd="0" destOrd="0" presId="urn:microsoft.com/office/officeart/2008/layout/LinedList"/>
    <dgm:cxn modelId="{73A85978-661B-4F4F-99AC-130EDF8D8D46}" type="presParOf" srcId="{C216ED71-30C0-40D7-841C-AFA7C41D21C8}" destId="{AE7508D0-0277-4689-BA94-92772A4633B1}" srcOrd="1" destOrd="0" presId="urn:microsoft.com/office/officeart/2008/layout/LinedList"/>
    <dgm:cxn modelId="{6FE078B9-C032-47C1-9590-C54541B9BE2F}" type="presParOf" srcId="{AE7508D0-0277-4689-BA94-92772A4633B1}" destId="{7A99BF0E-3ABC-4317-BF24-C3C5CF8A7B14}" srcOrd="0" destOrd="0" presId="urn:microsoft.com/office/officeart/2008/layout/LinedList"/>
    <dgm:cxn modelId="{660104D7-4320-4478-95E2-19DE8478CD52}" type="presParOf" srcId="{AE7508D0-0277-4689-BA94-92772A4633B1}" destId="{B5FD5AF4-EB0D-4193-B4FE-D94E5D5A37D3}" srcOrd="1" destOrd="0" presId="urn:microsoft.com/office/officeart/2008/layout/LinedList"/>
    <dgm:cxn modelId="{02B0A7F3-FCFF-4CFB-9412-8A5B8806F362}" type="presParOf" srcId="{C216ED71-30C0-40D7-841C-AFA7C41D21C8}" destId="{CFB73D9E-B120-450A-8F39-E827DAF41132}" srcOrd="2" destOrd="0" presId="urn:microsoft.com/office/officeart/2008/layout/LinedList"/>
    <dgm:cxn modelId="{F47C1DC3-5558-4209-AD87-EBA8E0A45DED}" type="presParOf" srcId="{C216ED71-30C0-40D7-841C-AFA7C41D21C8}" destId="{F05275DD-D0FE-4FF6-ADE2-D60FC6EFF4CE}" srcOrd="3" destOrd="0" presId="urn:microsoft.com/office/officeart/2008/layout/LinedList"/>
    <dgm:cxn modelId="{5BC43F19-5F59-41C1-8CB1-AE423E8505A6}" type="presParOf" srcId="{F05275DD-D0FE-4FF6-ADE2-D60FC6EFF4CE}" destId="{E77E23D2-4E60-4E70-B50D-221CFB26B081}" srcOrd="0" destOrd="0" presId="urn:microsoft.com/office/officeart/2008/layout/LinedList"/>
    <dgm:cxn modelId="{0AC90152-92D1-42FC-B703-273010BD3938}" type="presParOf" srcId="{F05275DD-D0FE-4FF6-ADE2-D60FC6EFF4CE}" destId="{7B4F47C9-31DA-410C-A13E-DF0780AEF643}" srcOrd="1" destOrd="0" presId="urn:microsoft.com/office/officeart/2008/layout/LinedList"/>
    <dgm:cxn modelId="{B49582CC-1006-46CF-A1A0-E2EC5F4555ED}" type="presParOf" srcId="{C216ED71-30C0-40D7-841C-AFA7C41D21C8}" destId="{4B976359-615E-41DF-85A1-556295129D85}" srcOrd="4" destOrd="0" presId="urn:microsoft.com/office/officeart/2008/layout/LinedList"/>
    <dgm:cxn modelId="{854D485A-19B6-4709-A8C9-581F4895510D}" type="presParOf" srcId="{C216ED71-30C0-40D7-841C-AFA7C41D21C8}" destId="{1F6852E3-2B5E-4BCA-8B70-FA7A7A9A41FB}" srcOrd="5" destOrd="0" presId="urn:microsoft.com/office/officeart/2008/layout/LinedList"/>
    <dgm:cxn modelId="{EF6A1F76-8236-4708-8801-52E47470E74B}" type="presParOf" srcId="{1F6852E3-2B5E-4BCA-8B70-FA7A7A9A41FB}" destId="{6B4165C7-BD0C-4035-9876-AFCDE05FAEE9}" srcOrd="0" destOrd="0" presId="urn:microsoft.com/office/officeart/2008/layout/LinedList"/>
    <dgm:cxn modelId="{7F6DBED3-347F-49CA-8FE7-F5D0EFC6F4C6}" type="presParOf" srcId="{1F6852E3-2B5E-4BCA-8B70-FA7A7A9A41FB}" destId="{0D7DBC9C-1ED5-4E59-BCE5-C0962773D6A5}" srcOrd="1" destOrd="0" presId="urn:microsoft.com/office/officeart/2008/layout/LinedList"/>
    <dgm:cxn modelId="{A6ED3A09-6388-45C9-A98A-64061705B034}" type="presParOf" srcId="{C216ED71-30C0-40D7-841C-AFA7C41D21C8}" destId="{B74B1A73-EC66-412C-A2A1-1DBE25DF4F39}" srcOrd="6" destOrd="0" presId="urn:microsoft.com/office/officeart/2008/layout/LinedList"/>
    <dgm:cxn modelId="{B3890238-4405-46E2-91C1-46F43B91EC32}" type="presParOf" srcId="{C216ED71-30C0-40D7-841C-AFA7C41D21C8}" destId="{FE6B9FFE-12E1-4AFF-B20E-86CC8B16F46E}" srcOrd="7" destOrd="0" presId="urn:microsoft.com/office/officeart/2008/layout/LinedList"/>
    <dgm:cxn modelId="{988E8363-90D1-4C2B-BBD5-22E1822C85AF}" type="presParOf" srcId="{FE6B9FFE-12E1-4AFF-B20E-86CC8B16F46E}" destId="{973D6061-FF75-4A61-BBE9-B32AB669A111}" srcOrd="0" destOrd="0" presId="urn:microsoft.com/office/officeart/2008/layout/LinedList"/>
    <dgm:cxn modelId="{1023A59E-EE1F-45F0-B1A4-A4A3DEEA145C}" type="presParOf" srcId="{FE6B9FFE-12E1-4AFF-B20E-86CC8B16F46E}" destId="{D26F1DE6-DC70-40CC-8958-D3D199D5E2C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369EDD6-C193-492E-AD7A-138BE18C12E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AE41368-7393-4C63-A5AF-00C7F7CF07DD}">
      <dgm:prSet/>
      <dgm:spPr/>
      <dgm:t>
        <a:bodyPr/>
        <a:lstStyle/>
        <a:p>
          <a:r>
            <a:rPr lang="en-IE"/>
            <a:t>Sustainable farming – environmentally friendly</a:t>
          </a:r>
          <a:endParaRPr lang="en-US"/>
        </a:p>
      </dgm:t>
    </dgm:pt>
    <dgm:pt modelId="{1EC92B70-C2E4-460E-9818-8D1241245A63}" type="parTrans" cxnId="{68FBC78A-A4BF-4F3D-BA39-1B862C50E3B0}">
      <dgm:prSet/>
      <dgm:spPr/>
      <dgm:t>
        <a:bodyPr/>
        <a:lstStyle/>
        <a:p>
          <a:endParaRPr lang="en-US"/>
        </a:p>
      </dgm:t>
    </dgm:pt>
    <dgm:pt modelId="{77ECF2B7-9407-4EB6-AEF3-5F43FD1F28B8}" type="sibTrans" cxnId="{68FBC78A-A4BF-4F3D-BA39-1B862C50E3B0}">
      <dgm:prSet/>
      <dgm:spPr/>
      <dgm:t>
        <a:bodyPr/>
        <a:lstStyle/>
        <a:p>
          <a:endParaRPr lang="en-US"/>
        </a:p>
      </dgm:t>
    </dgm:pt>
    <dgm:pt modelId="{535CD635-4E47-4CE1-87AE-0DFBBCB82449}">
      <dgm:prSet/>
      <dgm:spPr/>
      <dgm:t>
        <a:bodyPr/>
        <a:lstStyle/>
        <a:p>
          <a:r>
            <a:rPr lang="en-IE"/>
            <a:t>Reduce food waste</a:t>
          </a:r>
          <a:endParaRPr lang="en-US"/>
        </a:p>
      </dgm:t>
    </dgm:pt>
    <dgm:pt modelId="{649FFB7D-A21F-43D1-83A5-8138DA767573}" type="parTrans" cxnId="{23BA32C8-76E5-41C1-8F0B-B2A052907F43}">
      <dgm:prSet/>
      <dgm:spPr/>
      <dgm:t>
        <a:bodyPr/>
        <a:lstStyle/>
        <a:p>
          <a:endParaRPr lang="en-US"/>
        </a:p>
      </dgm:t>
    </dgm:pt>
    <dgm:pt modelId="{6048786C-FF6D-4C02-8FD0-B40DE01BD853}" type="sibTrans" cxnId="{23BA32C8-76E5-41C1-8F0B-B2A052907F43}">
      <dgm:prSet/>
      <dgm:spPr/>
      <dgm:t>
        <a:bodyPr/>
        <a:lstStyle/>
        <a:p>
          <a:endParaRPr lang="en-US"/>
        </a:p>
      </dgm:t>
    </dgm:pt>
    <dgm:pt modelId="{A6648285-7BD9-4824-9593-4F3F374A9AC0}">
      <dgm:prSet/>
      <dgm:spPr/>
      <dgm:t>
        <a:bodyPr/>
        <a:lstStyle/>
        <a:p>
          <a:r>
            <a:rPr lang="en-IE"/>
            <a:t>Support local food businesses</a:t>
          </a:r>
          <a:endParaRPr lang="en-US"/>
        </a:p>
      </dgm:t>
    </dgm:pt>
    <dgm:pt modelId="{A160B75B-03A9-47FD-B32C-4AF789F83AE6}" type="parTrans" cxnId="{38D4CD7E-6C1B-4224-B75C-546F3992485B}">
      <dgm:prSet/>
      <dgm:spPr/>
      <dgm:t>
        <a:bodyPr/>
        <a:lstStyle/>
        <a:p>
          <a:endParaRPr lang="en-US"/>
        </a:p>
      </dgm:t>
    </dgm:pt>
    <dgm:pt modelId="{842F69AE-62F9-4677-A0B2-DA467E7BF380}" type="sibTrans" cxnId="{38D4CD7E-6C1B-4224-B75C-546F3992485B}">
      <dgm:prSet/>
      <dgm:spPr/>
      <dgm:t>
        <a:bodyPr/>
        <a:lstStyle/>
        <a:p>
          <a:endParaRPr lang="en-US"/>
        </a:p>
      </dgm:t>
    </dgm:pt>
    <dgm:pt modelId="{EA281487-E793-46AA-A12D-C31168B21FA5}">
      <dgm:prSet/>
      <dgm:spPr/>
      <dgm:t>
        <a:bodyPr/>
        <a:lstStyle/>
        <a:p>
          <a:r>
            <a:rPr lang="en-IE"/>
            <a:t>Equal Access to food</a:t>
          </a:r>
          <a:endParaRPr lang="en-US"/>
        </a:p>
      </dgm:t>
    </dgm:pt>
    <dgm:pt modelId="{B561EAFD-BB68-4C1E-9B18-24C1754F03D4}" type="parTrans" cxnId="{7365DED4-5C5F-4848-BA11-CBF8F80F6DB9}">
      <dgm:prSet/>
      <dgm:spPr/>
      <dgm:t>
        <a:bodyPr/>
        <a:lstStyle/>
        <a:p>
          <a:endParaRPr lang="en-US"/>
        </a:p>
      </dgm:t>
    </dgm:pt>
    <dgm:pt modelId="{AC05F55C-88BF-4DD1-9631-80E35E56658E}" type="sibTrans" cxnId="{7365DED4-5C5F-4848-BA11-CBF8F80F6DB9}">
      <dgm:prSet/>
      <dgm:spPr/>
      <dgm:t>
        <a:bodyPr/>
        <a:lstStyle/>
        <a:p>
          <a:endParaRPr lang="en-US"/>
        </a:p>
      </dgm:t>
    </dgm:pt>
    <dgm:pt modelId="{E39CC4C1-8690-4A09-9735-CE3D504AC36F}">
      <dgm:prSet/>
      <dgm:spPr/>
      <dgm:t>
        <a:bodyPr/>
        <a:lstStyle/>
        <a:p>
          <a:r>
            <a:rPr lang="en-IE"/>
            <a:t>Food security = Sustainable and accessible food</a:t>
          </a:r>
          <a:endParaRPr lang="en-US"/>
        </a:p>
      </dgm:t>
    </dgm:pt>
    <dgm:pt modelId="{0E96F202-CD25-4C1D-B5BF-117424049CAC}" type="parTrans" cxnId="{A938F5CB-F712-4C77-B3D1-C2BA4935B680}">
      <dgm:prSet/>
      <dgm:spPr/>
      <dgm:t>
        <a:bodyPr/>
        <a:lstStyle/>
        <a:p>
          <a:endParaRPr lang="en-US"/>
        </a:p>
      </dgm:t>
    </dgm:pt>
    <dgm:pt modelId="{A1FF5860-F04F-42A6-9EA9-127E19CA5DC3}" type="sibTrans" cxnId="{A938F5CB-F712-4C77-B3D1-C2BA4935B680}">
      <dgm:prSet/>
      <dgm:spPr/>
      <dgm:t>
        <a:bodyPr/>
        <a:lstStyle/>
        <a:p>
          <a:endParaRPr lang="en-US"/>
        </a:p>
      </dgm:t>
    </dgm:pt>
    <dgm:pt modelId="{62E5275A-49FD-4AB8-93D8-25821DEEBEEE}" type="pres">
      <dgm:prSet presAssocID="{C369EDD6-C193-492E-AD7A-138BE18C12E6}" presName="linear" presStyleCnt="0">
        <dgm:presLayoutVars>
          <dgm:animLvl val="lvl"/>
          <dgm:resizeHandles val="exact"/>
        </dgm:presLayoutVars>
      </dgm:prSet>
      <dgm:spPr/>
    </dgm:pt>
    <dgm:pt modelId="{F0E500E2-0CBE-4C82-919E-A90156DA90CF}" type="pres">
      <dgm:prSet presAssocID="{7AE41368-7393-4C63-A5AF-00C7F7CF07D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E9EAF71-1AC0-4EEA-95E1-76F3829AE757}" type="pres">
      <dgm:prSet presAssocID="{77ECF2B7-9407-4EB6-AEF3-5F43FD1F28B8}" presName="spacer" presStyleCnt="0"/>
      <dgm:spPr/>
    </dgm:pt>
    <dgm:pt modelId="{6DFBFB0A-E2A3-4226-AEF6-CA6CCCE40021}" type="pres">
      <dgm:prSet presAssocID="{535CD635-4E47-4CE1-87AE-0DFBBCB8244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D20D863-F991-4182-8639-EC0B04B11187}" type="pres">
      <dgm:prSet presAssocID="{6048786C-FF6D-4C02-8FD0-B40DE01BD853}" presName="spacer" presStyleCnt="0"/>
      <dgm:spPr/>
    </dgm:pt>
    <dgm:pt modelId="{0520872D-9DFD-4C0F-9C58-7CB43A4FDC1A}" type="pres">
      <dgm:prSet presAssocID="{A6648285-7BD9-4824-9593-4F3F374A9AC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172F279-9CE1-401F-AC90-8E5898FF2378}" type="pres">
      <dgm:prSet presAssocID="{842F69AE-62F9-4677-A0B2-DA467E7BF380}" presName="spacer" presStyleCnt="0"/>
      <dgm:spPr/>
    </dgm:pt>
    <dgm:pt modelId="{413B6952-BC1A-4793-9B71-D896D6813C0D}" type="pres">
      <dgm:prSet presAssocID="{EA281487-E793-46AA-A12D-C31168B21FA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F51883D-1C79-4119-A8E8-8A3EB4139153}" type="pres">
      <dgm:prSet presAssocID="{AC05F55C-88BF-4DD1-9631-80E35E56658E}" presName="spacer" presStyleCnt="0"/>
      <dgm:spPr/>
    </dgm:pt>
    <dgm:pt modelId="{3B5D9FDF-82E0-495C-BD03-5A8F92272F98}" type="pres">
      <dgm:prSet presAssocID="{E39CC4C1-8690-4A09-9735-CE3D504AC36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88A3928-F6B4-48D5-A55A-C9BDDD4FF437}" type="presOf" srcId="{7AE41368-7393-4C63-A5AF-00C7F7CF07DD}" destId="{F0E500E2-0CBE-4C82-919E-A90156DA90CF}" srcOrd="0" destOrd="0" presId="urn:microsoft.com/office/officeart/2005/8/layout/vList2"/>
    <dgm:cxn modelId="{A763432D-1193-4A77-9A75-28B750C20008}" type="presOf" srcId="{EA281487-E793-46AA-A12D-C31168B21FA5}" destId="{413B6952-BC1A-4793-9B71-D896D6813C0D}" srcOrd="0" destOrd="0" presId="urn:microsoft.com/office/officeart/2005/8/layout/vList2"/>
    <dgm:cxn modelId="{72ADA165-3ED9-46C3-8BF7-9DD168E50FDF}" type="presOf" srcId="{E39CC4C1-8690-4A09-9735-CE3D504AC36F}" destId="{3B5D9FDF-82E0-495C-BD03-5A8F92272F98}" srcOrd="0" destOrd="0" presId="urn:microsoft.com/office/officeart/2005/8/layout/vList2"/>
    <dgm:cxn modelId="{38D4CD7E-6C1B-4224-B75C-546F3992485B}" srcId="{C369EDD6-C193-492E-AD7A-138BE18C12E6}" destId="{A6648285-7BD9-4824-9593-4F3F374A9AC0}" srcOrd="2" destOrd="0" parTransId="{A160B75B-03A9-47FD-B32C-4AF789F83AE6}" sibTransId="{842F69AE-62F9-4677-A0B2-DA467E7BF380}"/>
    <dgm:cxn modelId="{612DDC81-E4FC-4651-B899-99424CCAC6B7}" type="presOf" srcId="{A6648285-7BD9-4824-9593-4F3F374A9AC0}" destId="{0520872D-9DFD-4C0F-9C58-7CB43A4FDC1A}" srcOrd="0" destOrd="0" presId="urn:microsoft.com/office/officeart/2005/8/layout/vList2"/>
    <dgm:cxn modelId="{68FBC78A-A4BF-4F3D-BA39-1B862C50E3B0}" srcId="{C369EDD6-C193-492E-AD7A-138BE18C12E6}" destId="{7AE41368-7393-4C63-A5AF-00C7F7CF07DD}" srcOrd="0" destOrd="0" parTransId="{1EC92B70-C2E4-460E-9818-8D1241245A63}" sibTransId="{77ECF2B7-9407-4EB6-AEF3-5F43FD1F28B8}"/>
    <dgm:cxn modelId="{660D58A6-7FC5-44FE-9E99-15504A44BD36}" type="presOf" srcId="{535CD635-4E47-4CE1-87AE-0DFBBCB82449}" destId="{6DFBFB0A-E2A3-4226-AEF6-CA6CCCE40021}" srcOrd="0" destOrd="0" presId="urn:microsoft.com/office/officeart/2005/8/layout/vList2"/>
    <dgm:cxn modelId="{0D05A4C6-60E4-41AD-B64E-6A8E2A4B399A}" type="presOf" srcId="{C369EDD6-C193-492E-AD7A-138BE18C12E6}" destId="{62E5275A-49FD-4AB8-93D8-25821DEEBEEE}" srcOrd="0" destOrd="0" presId="urn:microsoft.com/office/officeart/2005/8/layout/vList2"/>
    <dgm:cxn modelId="{23BA32C8-76E5-41C1-8F0B-B2A052907F43}" srcId="{C369EDD6-C193-492E-AD7A-138BE18C12E6}" destId="{535CD635-4E47-4CE1-87AE-0DFBBCB82449}" srcOrd="1" destOrd="0" parTransId="{649FFB7D-A21F-43D1-83A5-8138DA767573}" sibTransId="{6048786C-FF6D-4C02-8FD0-B40DE01BD853}"/>
    <dgm:cxn modelId="{A938F5CB-F712-4C77-B3D1-C2BA4935B680}" srcId="{C369EDD6-C193-492E-AD7A-138BE18C12E6}" destId="{E39CC4C1-8690-4A09-9735-CE3D504AC36F}" srcOrd="4" destOrd="0" parTransId="{0E96F202-CD25-4C1D-B5BF-117424049CAC}" sibTransId="{A1FF5860-F04F-42A6-9EA9-127E19CA5DC3}"/>
    <dgm:cxn modelId="{7365DED4-5C5F-4848-BA11-CBF8F80F6DB9}" srcId="{C369EDD6-C193-492E-AD7A-138BE18C12E6}" destId="{EA281487-E793-46AA-A12D-C31168B21FA5}" srcOrd="3" destOrd="0" parTransId="{B561EAFD-BB68-4C1E-9B18-24C1754F03D4}" sibTransId="{AC05F55C-88BF-4DD1-9631-80E35E56658E}"/>
    <dgm:cxn modelId="{FF4F8367-500A-48FB-93AB-025EAB299C57}" type="presParOf" srcId="{62E5275A-49FD-4AB8-93D8-25821DEEBEEE}" destId="{F0E500E2-0CBE-4C82-919E-A90156DA90CF}" srcOrd="0" destOrd="0" presId="urn:microsoft.com/office/officeart/2005/8/layout/vList2"/>
    <dgm:cxn modelId="{173EC2B1-EF75-44C8-8EA1-49204B68C936}" type="presParOf" srcId="{62E5275A-49FD-4AB8-93D8-25821DEEBEEE}" destId="{8E9EAF71-1AC0-4EEA-95E1-76F3829AE757}" srcOrd="1" destOrd="0" presId="urn:microsoft.com/office/officeart/2005/8/layout/vList2"/>
    <dgm:cxn modelId="{5E073CAD-47D7-487F-9ED4-7C4D9D0F7450}" type="presParOf" srcId="{62E5275A-49FD-4AB8-93D8-25821DEEBEEE}" destId="{6DFBFB0A-E2A3-4226-AEF6-CA6CCCE40021}" srcOrd="2" destOrd="0" presId="urn:microsoft.com/office/officeart/2005/8/layout/vList2"/>
    <dgm:cxn modelId="{E43CCB5C-1474-42CF-8211-9021C9673356}" type="presParOf" srcId="{62E5275A-49FD-4AB8-93D8-25821DEEBEEE}" destId="{8D20D863-F991-4182-8639-EC0B04B11187}" srcOrd="3" destOrd="0" presId="urn:microsoft.com/office/officeart/2005/8/layout/vList2"/>
    <dgm:cxn modelId="{761926B1-1328-442B-B6D8-C3DDE86B088B}" type="presParOf" srcId="{62E5275A-49FD-4AB8-93D8-25821DEEBEEE}" destId="{0520872D-9DFD-4C0F-9C58-7CB43A4FDC1A}" srcOrd="4" destOrd="0" presId="urn:microsoft.com/office/officeart/2005/8/layout/vList2"/>
    <dgm:cxn modelId="{5885847E-4856-42FB-87A8-01DFDAC0F3D6}" type="presParOf" srcId="{62E5275A-49FD-4AB8-93D8-25821DEEBEEE}" destId="{0172F279-9CE1-401F-AC90-8E5898FF2378}" srcOrd="5" destOrd="0" presId="urn:microsoft.com/office/officeart/2005/8/layout/vList2"/>
    <dgm:cxn modelId="{2A004FC7-88E1-40C5-B30F-46DB31CE736E}" type="presParOf" srcId="{62E5275A-49FD-4AB8-93D8-25821DEEBEEE}" destId="{413B6952-BC1A-4793-9B71-D896D6813C0D}" srcOrd="6" destOrd="0" presId="urn:microsoft.com/office/officeart/2005/8/layout/vList2"/>
    <dgm:cxn modelId="{5BB885CB-CB2F-4CA1-BF6E-10DCCDC20C01}" type="presParOf" srcId="{62E5275A-49FD-4AB8-93D8-25821DEEBEEE}" destId="{9F51883D-1C79-4119-A8E8-8A3EB4139153}" srcOrd="7" destOrd="0" presId="urn:microsoft.com/office/officeart/2005/8/layout/vList2"/>
    <dgm:cxn modelId="{4BCD9E2B-DF19-4142-ADC1-BA2A69772B6B}" type="presParOf" srcId="{62E5275A-49FD-4AB8-93D8-25821DEEBEEE}" destId="{3B5D9FDF-82E0-495C-BD03-5A8F92272F98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7536DA9-FBC4-4D55-9A38-F38B77CC88C0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CA4F70D-0122-4158-8C34-E69E742E63F3}">
      <dgm:prSet/>
      <dgm:spPr/>
      <dgm:t>
        <a:bodyPr/>
        <a:lstStyle/>
        <a:p>
          <a:r>
            <a:rPr lang="en-IE"/>
            <a:t>Reduce food waste in the home</a:t>
          </a:r>
          <a:endParaRPr lang="en-US"/>
        </a:p>
      </dgm:t>
    </dgm:pt>
    <dgm:pt modelId="{7FA516A9-E9EB-4F4A-840B-E69A8D0CFCAF}" type="parTrans" cxnId="{4CF81B4C-AF40-4A0F-BCB2-29CC1F7021C4}">
      <dgm:prSet/>
      <dgm:spPr/>
      <dgm:t>
        <a:bodyPr/>
        <a:lstStyle/>
        <a:p>
          <a:endParaRPr lang="en-US"/>
        </a:p>
      </dgm:t>
    </dgm:pt>
    <dgm:pt modelId="{7ABBD246-3ABE-419E-AD02-6A037EC09372}" type="sibTrans" cxnId="{4CF81B4C-AF40-4A0F-BCB2-29CC1F7021C4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7318E334-F697-4157-A2C1-86DF93609E11}">
      <dgm:prSet/>
      <dgm:spPr/>
      <dgm:t>
        <a:bodyPr/>
        <a:lstStyle/>
        <a:p>
          <a:r>
            <a:rPr lang="en-IE"/>
            <a:t>Make healthy food choices – increase nutrition</a:t>
          </a:r>
          <a:endParaRPr lang="en-US"/>
        </a:p>
      </dgm:t>
    </dgm:pt>
    <dgm:pt modelId="{C287F456-2BFE-4306-9C25-70DF0D03AE6E}" type="parTrans" cxnId="{FAE0BB88-9D84-4EC3-BF3E-4720F16D28AD}">
      <dgm:prSet/>
      <dgm:spPr/>
      <dgm:t>
        <a:bodyPr/>
        <a:lstStyle/>
        <a:p>
          <a:endParaRPr lang="en-US"/>
        </a:p>
      </dgm:t>
    </dgm:pt>
    <dgm:pt modelId="{523BCD30-E5C8-4CD6-887D-38DB5D6CF5E1}" type="sibTrans" cxnId="{FAE0BB88-9D84-4EC3-BF3E-4720F16D28AD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80B29743-E02C-4D25-A472-CC79452BFF52}">
      <dgm:prSet/>
      <dgm:spPr/>
      <dgm:t>
        <a:bodyPr/>
        <a:lstStyle/>
        <a:p>
          <a:r>
            <a:rPr lang="en-IE"/>
            <a:t>Educate ourselves on nutrition and sustainability</a:t>
          </a:r>
          <a:endParaRPr lang="en-US"/>
        </a:p>
      </dgm:t>
    </dgm:pt>
    <dgm:pt modelId="{3D05AEFA-4908-4176-838F-0D2BF7DE7C07}" type="parTrans" cxnId="{A98705C9-CA1A-4DD0-BBCC-3C614944ECFA}">
      <dgm:prSet/>
      <dgm:spPr/>
      <dgm:t>
        <a:bodyPr/>
        <a:lstStyle/>
        <a:p>
          <a:endParaRPr lang="en-US"/>
        </a:p>
      </dgm:t>
    </dgm:pt>
    <dgm:pt modelId="{CBDFCDD5-169A-4CD1-96A0-EED90CBEF840}" type="sibTrans" cxnId="{A98705C9-CA1A-4DD0-BBCC-3C614944ECFA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DDF97803-59B2-4873-9D99-4FE9D58226EC}" type="pres">
      <dgm:prSet presAssocID="{77536DA9-FBC4-4D55-9A38-F38B77CC88C0}" presName="Name0" presStyleCnt="0">
        <dgm:presLayoutVars>
          <dgm:animLvl val="lvl"/>
          <dgm:resizeHandles val="exact"/>
        </dgm:presLayoutVars>
      </dgm:prSet>
      <dgm:spPr/>
    </dgm:pt>
    <dgm:pt modelId="{DEFE0CC3-ABDC-4856-B067-26282C6D234F}" type="pres">
      <dgm:prSet presAssocID="{BCA4F70D-0122-4158-8C34-E69E742E63F3}" presName="compositeNode" presStyleCnt="0">
        <dgm:presLayoutVars>
          <dgm:bulletEnabled val="1"/>
        </dgm:presLayoutVars>
      </dgm:prSet>
      <dgm:spPr/>
    </dgm:pt>
    <dgm:pt modelId="{A050A318-4035-4799-9D9E-EF04139AEF6A}" type="pres">
      <dgm:prSet presAssocID="{BCA4F70D-0122-4158-8C34-E69E742E63F3}" presName="bgRect" presStyleLbl="alignNode1" presStyleIdx="0" presStyleCnt="3"/>
      <dgm:spPr/>
    </dgm:pt>
    <dgm:pt modelId="{672853DE-2765-4129-93C2-FA153CA5028E}" type="pres">
      <dgm:prSet presAssocID="{7ABBD246-3ABE-419E-AD02-6A037EC09372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29CD0F84-E1B2-4A5D-A0DF-F1B585930C82}" type="pres">
      <dgm:prSet presAssocID="{BCA4F70D-0122-4158-8C34-E69E742E63F3}" presName="nodeRect" presStyleLbl="alignNode1" presStyleIdx="0" presStyleCnt="3">
        <dgm:presLayoutVars>
          <dgm:bulletEnabled val="1"/>
        </dgm:presLayoutVars>
      </dgm:prSet>
      <dgm:spPr/>
    </dgm:pt>
    <dgm:pt modelId="{5223D86F-7C0B-4326-A1E9-1784A0DE97DC}" type="pres">
      <dgm:prSet presAssocID="{7ABBD246-3ABE-419E-AD02-6A037EC09372}" presName="sibTrans" presStyleCnt="0"/>
      <dgm:spPr/>
    </dgm:pt>
    <dgm:pt modelId="{BF7F33EB-F059-43BA-BAD3-740EDD9B96EB}" type="pres">
      <dgm:prSet presAssocID="{7318E334-F697-4157-A2C1-86DF93609E11}" presName="compositeNode" presStyleCnt="0">
        <dgm:presLayoutVars>
          <dgm:bulletEnabled val="1"/>
        </dgm:presLayoutVars>
      </dgm:prSet>
      <dgm:spPr/>
    </dgm:pt>
    <dgm:pt modelId="{8E382CC1-F276-4FBD-ACE6-2268DBD7B6D3}" type="pres">
      <dgm:prSet presAssocID="{7318E334-F697-4157-A2C1-86DF93609E11}" presName="bgRect" presStyleLbl="alignNode1" presStyleIdx="1" presStyleCnt="3"/>
      <dgm:spPr/>
    </dgm:pt>
    <dgm:pt modelId="{DAA28A7E-BFF8-4FDC-AED9-1384A42F12B3}" type="pres">
      <dgm:prSet presAssocID="{523BCD30-E5C8-4CD6-887D-38DB5D6CF5E1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E66E2845-0863-431E-8F40-33467BA5B70E}" type="pres">
      <dgm:prSet presAssocID="{7318E334-F697-4157-A2C1-86DF93609E11}" presName="nodeRect" presStyleLbl="alignNode1" presStyleIdx="1" presStyleCnt="3">
        <dgm:presLayoutVars>
          <dgm:bulletEnabled val="1"/>
        </dgm:presLayoutVars>
      </dgm:prSet>
      <dgm:spPr/>
    </dgm:pt>
    <dgm:pt modelId="{7D95A6FF-B9F7-4F67-9CE5-5959FFA4FEE9}" type="pres">
      <dgm:prSet presAssocID="{523BCD30-E5C8-4CD6-887D-38DB5D6CF5E1}" presName="sibTrans" presStyleCnt="0"/>
      <dgm:spPr/>
    </dgm:pt>
    <dgm:pt modelId="{74A32E85-09F2-4436-BE9A-F22B4C56E474}" type="pres">
      <dgm:prSet presAssocID="{80B29743-E02C-4D25-A472-CC79452BFF52}" presName="compositeNode" presStyleCnt="0">
        <dgm:presLayoutVars>
          <dgm:bulletEnabled val="1"/>
        </dgm:presLayoutVars>
      </dgm:prSet>
      <dgm:spPr/>
    </dgm:pt>
    <dgm:pt modelId="{F7FA776D-14F9-4FC7-B767-AF509DCEC02F}" type="pres">
      <dgm:prSet presAssocID="{80B29743-E02C-4D25-A472-CC79452BFF52}" presName="bgRect" presStyleLbl="alignNode1" presStyleIdx="2" presStyleCnt="3"/>
      <dgm:spPr/>
    </dgm:pt>
    <dgm:pt modelId="{C20EBA37-AF9C-440D-9A0C-5D9806061841}" type="pres">
      <dgm:prSet presAssocID="{CBDFCDD5-169A-4CD1-96A0-EED90CBEF840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E2EDB7DF-504B-439C-862A-D2164938C158}" type="pres">
      <dgm:prSet presAssocID="{80B29743-E02C-4D25-A472-CC79452BFF52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1C20F400-8208-476F-90CD-C1A80FF9D987}" type="presOf" srcId="{77536DA9-FBC4-4D55-9A38-F38B77CC88C0}" destId="{DDF97803-59B2-4873-9D99-4FE9D58226EC}" srcOrd="0" destOrd="0" presId="urn:microsoft.com/office/officeart/2016/7/layout/LinearBlockProcessNumbered"/>
    <dgm:cxn modelId="{5AB29B08-1E59-4CA1-BC1A-6186FF56F37F}" type="presOf" srcId="{7318E334-F697-4157-A2C1-86DF93609E11}" destId="{E66E2845-0863-431E-8F40-33467BA5B70E}" srcOrd="1" destOrd="0" presId="urn:microsoft.com/office/officeart/2016/7/layout/LinearBlockProcessNumbered"/>
    <dgm:cxn modelId="{1B254815-636C-4C0B-92D6-7490F14D1596}" type="presOf" srcId="{80B29743-E02C-4D25-A472-CC79452BFF52}" destId="{E2EDB7DF-504B-439C-862A-D2164938C158}" srcOrd="1" destOrd="0" presId="urn:microsoft.com/office/officeart/2016/7/layout/LinearBlockProcessNumbered"/>
    <dgm:cxn modelId="{2E827B64-3B7F-41EA-9C87-21DEEE5FFFFE}" type="presOf" srcId="{BCA4F70D-0122-4158-8C34-E69E742E63F3}" destId="{29CD0F84-E1B2-4A5D-A0DF-F1B585930C82}" srcOrd="1" destOrd="0" presId="urn:microsoft.com/office/officeart/2016/7/layout/LinearBlockProcessNumbered"/>
    <dgm:cxn modelId="{4CF81B4C-AF40-4A0F-BCB2-29CC1F7021C4}" srcId="{77536DA9-FBC4-4D55-9A38-F38B77CC88C0}" destId="{BCA4F70D-0122-4158-8C34-E69E742E63F3}" srcOrd="0" destOrd="0" parTransId="{7FA516A9-E9EB-4F4A-840B-E69A8D0CFCAF}" sibTransId="{7ABBD246-3ABE-419E-AD02-6A037EC09372}"/>
    <dgm:cxn modelId="{49595F51-AD9C-4D3E-A139-CB36E92063A7}" type="presOf" srcId="{523BCD30-E5C8-4CD6-887D-38DB5D6CF5E1}" destId="{DAA28A7E-BFF8-4FDC-AED9-1384A42F12B3}" srcOrd="0" destOrd="0" presId="urn:microsoft.com/office/officeart/2016/7/layout/LinearBlockProcessNumbered"/>
    <dgm:cxn modelId="{97894F7C-A3D1-419A-B2FE-5C5D18170DF1}" type="presOf" srcId="{7ABBD246-3ABE-419E-AD02-6A037EC09372}" destId="{672853DE-2765-4129-93C2-FA153CA5028E}" srcOrd="0" destOrd="0" presId="urn:microsoft.com/office/officeart/2016/7/layout/LinearBlockProcessNumbered"/>
    <dgm:cxn modelId="{FAE0BB88-9D84-4EC3-BF3E-4720F16D28AD}" srcId="{77536DA9-FBC4-4D55-9A38-F38B77CC88C0}" destId="{7318E334-F697-4157-A2C1-86DF93609E11}" srcOrd="1" destOrd="0" parTransId="{C287F456-2BFE-4306-9C25-70DF0D03AE6E}" sibTransId="{523BCD30-E5C8-4CD6-887D-38DB5D6CF5E1}"/>
    <dgm:cxn modelId="{3A5CEAA0-F458-427B-B0D2-6C18B47AA54E}" type="presOf" srcId="{7318E334-F697-4157-A2C1-86DF93609E11}" destId="{8E382CC1-F276-4FBD-ACE6-2268DBD7B6D3}" srcOrd="0" destOrd="0" presId="urn:microsoft.com/office/officeart/2016/7/layout/LinearBlockProcessNumbered"/>
    <dgm:cxn modelId="{A71DE0BC-669D-431A-BE66-AAF9C868C071}" type="presOf" srcId="{BCA4F70D-0122-4158-8C34-E69E742E63F3}" destId="{A050A318-4035-4799-9D9E-EF04139AEF6A}" srcOrd="0" destOrd="0" presId="urn:microsoft.com/office/officeart/2016/7/layout/LinearBlockProcessNumbered"/>
    <dgm:cxn modelId="{A98705C9-CA1A-4DD0-BBCC-3C614944ECFA}" srcId="{77536DA9-FBC4-4D55-9A38-F38B77CC88C0}" destId="{80B29743-E02C-4D25-A472-CC79452BFF52}" srcOrd="2" destOrd="0" parTransId="{3D05AEFA-4908-4176-838F-0D2BF7DE7C07}" sibTransId="{CBDFCDD5-169A-4CD1-96A0-EED90CBEF840}"/>
    <dgm:cxn modelId="{8A212CD5-4E94-451A-8069-3FA53461FCEB}" type="presOf" srcId="{80B29743-E02C-4D25-A472-CC79452BFF52}" destId="{F7FA776D-14F9-4FC7-B767-AF509DCEC02F}" srcOrd="0" destOrd="0" presId="urn:microsoft.com/office/officeart/2016/7/layout/LinearBlockProcessNumbered"/>
    <dgm:cxn modelId="{E44BCFF2-001C-4090-8DC5-55D78645F294}" type="presOf" srcId="{CBDFCDD5-169A-4CD1-96A0-EED90CBEF840}" destId="{C20EBA37-AF9C-440D-9A0C-5D9806061841}" srcOrd="0" destOrd="0" presId="urn:microsoft.com/office/officeart/2016/7/layout/LinearBlockProcessNumbered"/>
    <dgm:cxn modelId="{DC38D6B5-A0CC-4AC8-A21F-CE353B89DE34}" type="presParOf" srcId="{DDF97803-59B2-4873-9D99-4FE9D58226EC}" destId="{DEFE0CC3-ABDC-4856-B067-26282C6D234F}" srcOrd="0" destOrd="0" presId="urn:microsoft.com/office/officeart/2016/7/layout/LinearBlockProcessNumbered"/>
    <dgm:cxn modelId="{B2940004-E2E0-4F4E-B26D-6949D2F0FD00}" type="presParOf" srcId="{DEFE0CC3-ABDC-4856-B067-26282C6D234F}" destId="{A050A318-4035-4799-9D9E-EF04139AEF6A}" srcOrd="0" destOrd="0" presId="urn:microsoft.com/office/officeart/2016/7/layout/LinearBlockProcessNumbered"/>
    <dgm:cxn modelId="{4831787C-E102-436F-B41E-C0CFD2E65971}" type="presParOf" srcId="{DEFE0CC3-ABDC-4856-B067-26282C6D234F}" destId="{672853DE-2765-4129-93C2-FA153CA5028E}" srcOrd="1" destOrd="0" presId="urn:microsoft.com/office/officeart/2016/7/layout/LinearBlockProcessNumbered"/>
    <dgm:cxn modelId="{E70942BC-FCFD-47BF-88DB-DF0A8DCDEB72}" type="presParOf" srcId="{DEFE0CC3-ABDC-4856-B067-26282C6D234F}" destId="{29CD0F84-E1B2-4A5D-A0DF-F1B585930C82}" srcOrd="2" destOrd="0" presId="urn:microsoft.com/office/officeart/2016/7/layout/LinearBlockProcessNumbered"/>
    <dgm:cxn modelId="{E9E08169-67EC-4B71-B7CF-489474507590}" type="presParOf" srcId="{DDF97803-59B2-4873-9D99-4FE9D58226EC}" destId="{5223D86F-7C0B-4326-A1E9-1784A0DE97DC}" srcOrd="1" destOrd="0" presId="urn:microsoft.com/office/officeart/2016/7/layout/LinearBlockProcessNumbered"/>
    <dgm:cxn modelId="{CC0E07EB-72D2-48DD-B17F-985C318BF125}" type="presParOf" srcId="{DDF97803-59B2-4873-9D99-4FE9D58226EC}" destId="{BF7F33EB-F059-43BA-BAD3-740EDD9B96EB}" srcOrd="2" destOrd="0" presId="urn:microsoft.com/office/officeart/2016/7/layout/LinearBlockProcessNumbered"/>
    <dgm:cxn modelId="{1164BD55-9395-4304-AAB6-279CBD3375FD}" type="presParOf" srcId="{BF7F33EB-F059-43BA-BAD3-740EDD9B96EB}" destId="{8E382CC1-F276-4FBD-ACE6-2268DBD7B6D3}" srcOrd="0" destOrd="0" presId="urn:microsoft.com/office/officeart/2016/7/layout/LinearBlockProcessNumbered"/>
    <dgm:cxn modelId="{DEDD58C2-9DF7-40A3-ACE3-A022E4B8E163}" type="presParOf" srcId="{BF7F33EB-F059-43BA-BAD3-740EDD9B96EB}" destId="{DAA28A7E-BFF8-4FDC-AED9-1384A42F12B3}" srcOrd="1" destOrd="0" presId="urn:microsoft.com/office/officeart/2016/7/layout/LinearBlockProcessNumbered"/>
    <dgm:cxn modelId="{F1618DAD-2F69-4D4C-8133-02C58230A0E6}" type="presParOf" srcId="{BF7F33EB-F059-43BA-BAD3-740EDD9B96EB}" destId="{E66E2845-0863-431E-8F40-33467BA5B70E}" srcOrd="2" destOrd="0" presId="urn:microsoft.com/office/officeart/2016/7/layout/LinearBlockProcessNumbered"/>
    <dgm:cxn modelId="{86E0A650-37BD-40FF-8E48-0B39B95DAC04}" type="presParOf" srcId="{DDF97803-59B2-4873-9D99-4FE9D58226EC}" destId="{7D95A6FF-B9F7-4F67-9CE5-5959FFA4FEE9}" srcOrd="3" destOrd="0" presId="urn:microsoft.com/office/officeart/2016/7/layout/LinearBlockProcessNumbered"/>
    <dgm:cxn modelId="{F41B6285-F7AD-4C26-91D5-A92E70AD8A8A}" type="presParOf" srcId="{DDF97803-59B2-4873-9D99-4FE9D58226EC}" destId="{74A32E85-09F2-4436-BE9A-F22B4C56E474}" srcOrd="4" destOrd="0" presId="urn:microsoft.com/office/officeart/2016/7/layout/LinearBlockProcessNumbered"/>
    <dgm:cxn modelId="{0CF02B0D-68DA-406B-9511-17C4E160E4F2}" type="presParOf" srcId="{74A32E85-09F2-4436-BE9A-F22B4C56E474}" destId="{F7FA776D-14F9-4FC7-B767-AF509DCEC02F}" srcOrd="0" destOrd="0" presId="urn:microsoft.com/office/officeart/2016/7/layout/LinearBlockProcessNumbered"/>
    <dgm:cxn modelId="{38B36F40-AE1F-4E57-8005-42636D4990F4}" type="presParOf" srcId="{74A32E85-09F2-4436-BE9A-F22B4C56E474}" destId="{C20EBA37-AF9C-440D-9A0C-5D9806061841}" srcOrd="1" destOrd="0" presId="urn:microsoft.com/office/officeart/2016/7/layout/LinearBlockProcessNumbered"/>
    <dgm:cxn modelId="{4049C3FA-4D44-47F1-89BB-7DED0F89CA40}" type="presParOf" srcId="{74A32E85-09F2-4436-BE9A-F22B4C56E474}" destId="{E2EDB7DF-504B-439C-862A-D2164938C158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8587BE0-A6CC-46BD-B6BA-2E907406A8A6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C638187-1C03-4B3A-9D7B-00D068084313}">
      <dgm:prSet/>
      <dgm:spPr/>
      <dgm:t>
        <a:bodyPr/>
        <a:lstStyle/>
        <a:p>
          <a:r>
            <a:rPr lang="en-IE"/>
            <a:t>Schools can: increase awareness, teach healthy eating habits, engage students with this and other SDGs</a:t>
          </a:r>
          <a:endParaRPr lang="en-US"/>
        </a:p>
      </dgm:t>
    </dgm:pt>
    <dgm:pt modelId="{7B40C70C-8B04-401C-B5A3-2380D1395E82}" type="parTrans" cxnId="{90389884-5004-416F-A2A6-B1775C1D448F}">
      <dgm:prSet/>
      <dgm:spPr/>
      <dgm:t>
        <a:bodyPr/>
        <a:lstStyle/>
        <a:p>
          <a:endParaRPr lang="en-US"/>
        </a:p>
      </dgm:t>
    </dgm:pt>
    <dgm:pt modelId="{D3BE5A32-0148-423F-AAC2-2B193AF1FD64}" type="sibTrans" cxnId="{90389884-5004-416F-A2A6-B1775C1D448F}">
      <dgm:prSet/>
      <dgm:spPr/>
      <dgm:t>
        <a:bodyPr/>
        <a:lstStyle/>
        <a:p>
          <a:endParaRPr lang="en-US"/>
        </a:p>
      </dgm:t>
    </dgm:pt>
    <dgm:pt modelId="{C76D9A34-64B3-43FC-839F-6A0292EE0141}">
      <dgm:prSet/>
      <dgm:spPr/>
      <dgm:t>
        <a:bodyPr/>
        <a:lstStyle/>
        <a:p>
          <a:r>
            <a:rPr lang="en-IE"/>
            <a:t>Primary education is important</a:t>
          </a:r>
          <a:endParaRPr lang="en-US"/>
        </a:p>
      </dgm:t>
    </dgm:pt>
    <dgm:pt modelId="{558BEC9A-25A8-4B0A-BA3C-32BFA121FD27}" type="parTrans" cxnId="{9E5E612A-7F59-4DFA-8B8A-6F1692BC3FCA}">
      <dgm:prSet/>
      <dgm:spPr/>
      <dgm:t>
        <a:bodyPr/>
        <a:lstStyle/>
        <a:p>
          <a:endParaRPr lang="en-US"/>
        </a:p>
      </dgm:t>
    </dgm:pt>
    <dgm:pt modelId="{FFD56F7A-F66F-4C0E-8107-7FA7A61A4A36}" type="sibTrans" cxnId="{9E5E612A-7F59-4DFA-8B8A-6F1692BC3FCA}">
      <dgm:prSet/>
      <dgm:spPr/>
      <dgm:t>
        <a:bodyPr/>
        <a:lstStyle/>
        <a:p>
          <a:endParaRPr lang="en-US"/>
        </a:p>
      </dgm:t>
    </dgm:pt>
    <dgm:pt modelId="{D96152E5-66CD-48CB-B668-AF06C711E6DD}" type="pres">
      <dgm:prSet presAssocID="{78587BE0-A6CC-46BD-B6BA-2E907406A8A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9988CFA-9B23-4794-87D9-CDF36EF3764A}" type="pres">
      <dgm:prSet presAssocID="{5C638187-1C03-4B3A-9D7B-00D068084313}" presName="hierRoot1" presStyleCnt="0"/>
      <dgm:spPr/>
    </dgm:pt>
    <dgm:pt modelId="{ABF808C8-0DB8-423F-AB6F-688079D13E25}" type="pres">
      <dgm:prSet presAssocID="{5C638187-1C03-4B3A-9D7B-00D068084313}" presName="composite" presStyleCnt="0"/>
      <dgm:spPr/>
    </dgm:pt>
    <dgm:pt modelId="{DF936B94-6F21-4B8D-AC70-12F1DC08E64A}" type="pres">
      <dgm:prSet presAssocID="{5C638187-1C03-4B3A-9D7B-00D068084313}" presName="background" presStyleLbl="node0" presStyleIdx="0" presStyleCnt="2"/>
      <dgm:spPr/>
    </dgm:pt>
    <dgm:pt modelId="{DFCCF61B-242C-428E-AB6E-034D00A37379}" type="pres">
      <dgm:prSet presAssocID="{5C638187-1C03-4B3A-9D7B-00D068084313}" presName="text" presStyleLbl="fgAcc0" presStyleIdx="0" presStyleCnt="2">
        <dgm:presLayoutVars>
          <dgm:chPref val="3"/>
        </dgm:presLayoutVars>
      </dgm:prSet>
      <dgm:spPr/>
    </dgm:pt>
    <dgm:pt modelId="{C49FD40A-D81F-45B9-99EB-CDA2D2D7BE4A}" type="pres">
      <dgm:prSet presAssocID="{5C638187-1C03-4B3A-9D7B-00D068084313}" presName="hierChild2" presStyleCnt="0"/>
      <dgm:spPr/>
    </dgm:pt>
    <dgm:pt modelId="{E5813DF5-5E41-49D1-9A63-422787AC5C8E}" type="pres">
      <dgm:prSet presAssocID="{C76D9A34-64B3-43FC-839F-6A0292EE0141}" presName="hierRoot1" presStyleCnt="0"/>
      <dgm:spPr/>
    </dgm:pt>
    <dgm:pt modelId="{0D2CB147-67C6-414C-8088-0BDCED72217F}" type="pres">
      <dgm:prSet presAssocID="{C76D9A34-64B3-43FC-839F-6A0292EE0141}" presName="composite" presStyleCnt="0"/>
      <dgm:spPr/>
    </dgm:pt>
    <dgm:pt modelId="{1D600DE6-2CAD-43DD-BB02-5B88ED0D6355}" type="pres">
      <dgm:prSet presAssocID="{C76D9A34-64B3-43FC-839F-6A0292EE0141}" presName="background" presStyleLbl="node0" presStyleIdx="1" presStyleCnt="2"/>
      <dgm:spPr/>
    </dgm:pt>
    <dgm:pt modelId="{2B5DDA58-F2C1-4B81-9F05-AE172A40755A}" type="pres">
      <dgm:prSet presAssocID="{C76D9A34-64B3-43FC-839F-6A0292EE0141}" presName="text" presStyleLbl="fgAcc0" presStyleIdx="1" presStyleCnt="2">
        <dgm:presLayoutVars>
          <dgm:chPref val="3"/>
        </dgm:presLayoutVars>
      </dgm:prSet>
      <dgm:spPr/>
    </dgm:pt>
    <dgm:pt modelId="{B79FCBD7-140C-4DE1-9264-809A80C2AFA0}" type="pres">
      <dgm:prSet presAssocID="{C76D9A34-64B3-43FC-839F-6A0292EE0141}" presName="hierChild2" presStyleCnt="0"/>
      <dgm:spPr/>
    </dgm:pt>
  </dgm:ptLst>
  <dgm:cxnLst>
    <dgm:cxn modelId="{9E5E612A-7F59-4DFA-8B8A-6F1692BC3FCA}" srcId="{78587BE0-A6CC-46BD-B6BA-2E907406A8A6}" destId="{C76D9A34-64B3-43FC-839F-6A0292EE0141}" srcOrd="1" destOrd="0" parTransId="{558BEC9A-25A8-4B0A-BA3C-32BFA121FD27}" sibTransId="{FFD56F7A-F66F-4C0E-8107-7FA7A61A4A36}"/>
    <dgm:cxn modelId="{B6DB8A6E-752D-4365-B1FC-F40566D03B42}" type="presOf" srcId="{C76D9A34-64B3-43FC-839F-6A0292EE0141}" destId="{2B5DDA58-F2C1-4B81-9F05-AE172A40755A}" srcOrd="0" destOrd="0" presId="urn:microsoft.com/office/officeart/2005/8/layout/hierarchy1"/>
    <dgm:cxn modelId="{3408EE73-68A8-473E-BC87-0EC2BAC462AB}" type="presOf" srcId="{5C638187-1C03-4B3A-9D7B-00D068084313}" destId="{DFCCF61B-242C-428E-AB6E-034D00A37379}" srcOrd="0" destOrd="0" presId="urn:microsoft.com/office/officeart/2005/8/layout/hierarchy1"/>
    <dgm:cxn modelId="{90389884-5004-416F-A2A6-B1775C1D448F}" srcId="{78587BE0-A6CC-46BD-B6BA-2E907406A8A6}" destId="{5C638187-1C03-4B3A-9D7B-00D068084313}" srcOrd="0" destOrd="0" parTransId="{7B40C70C-8B04-401C-B5A3-2380D1395E82}" sibTransId="{D3BE5A32-0148-423F-AAC2-2B193AF1FD64}"/>
    <dgm:cxn modelId="{ACC0C8A8-4261-4476-AA86-D8B8EB3CEA46}" type="presOf" srcId="{78587BE0-A6CC-46BD-B6BA-2E907406A8A6}" destId="{D96152E5-66CD-48CB-B668-AF06C711E6DD}" srcOrd="0" destOrd="0" presId="urn:microsoft.com/office/officeart/2005/8/layout/hierarchy1"/>
    <dgm:cxn modelId="{1B6B83FF-D7CE-4263-8055-6F7B066AEC52}" type="presParOf" srcId="{D96152E5-66CD-48CB-B668-AF06C711E6DD}" destId="{89988CFA-9B23-4794-87D9-CDF36EF3764A}" srcOrd="0" destOrd="0" presId="urn:microsoft.com/office/officeart/2005/8/layout/hierarchy1"/>
    <dgm:cxn modelId="{F9652264-B6AB-4F7F-8991-AB8970099BC6}" type="presParOf" srcId="{89988CFA-9B23-4794-87D9-CDF36EF3764A}" destId="{ABF808C8-0DB8-423F-AB6F-688079D13E25}" srcOrd="0" destOrd="0" presId="urn:microsoft.com/office/officeart/2005/8/layout/hierarchy1"/>
    <dgm:cxn modelId="{2F6714CA-375D-442A-B323-3246E452D8E2}" type="presParOf" srcId="{ABF808C8-0DB8-423F-AB6F-688079D13E25}" destId="{DF936B94-6F21-4B8D-AC70-12F1DC08E64A}" srcOrd="0" destOrd="0" presId="urn:microsoft.com/office/officeart/2005/8/layout/hierarchy1"/>
    <dgm:cxn modelId="{7B7A988F-3B80-414F-AD92-429FCB50FDD3}" type="presParOf" srcId="{ABF808C8-0DB8-423F-AB6F-688079D13E25}" destId="{DFCCF61B-242C-428E-AB6E-034D00A37379}" srcOrd="1" destOrd="0" presId="urn:microsoft.com/office/officeart/2005/8/layout/hierarchy1"/>
    <dgm:cxn modelId="{A9BF2DFB-B827-4ABD-A15D-2BF0A0EB1065}" type="presParOf" srcId="{89988CFA-9B23-4794-87D9-CDF36EF3764A}" destId="{C49FD40A-D81F-45B9-99EB-CDA2D2D7BE4A}" srcOrd="1" destOrd="0" presId="urn:microsoft.com/office/officeart/2005/8/layout/hierarchy1"/>
    <dgm:cxn modelId="{1ED71F1E-2595-412F-84DA-BC6A97B480B8}" type="presParOf" srcId="{D96152E5-66CD-48CB-B668-AF06C711E6DD}" destId="{E5813DF5-5E41-49D1-9A63-422787AC5C8E}" srcOrd="1" destOrd="0" presId="urn:microsoft.com/office/officeart/2005/8/layout/hierarchy1"/>
    <dgm:cxn modelId="{9460FDBC-E015-4031-A8F6-98397FD7CE3A}" type="presParOf" srcId="{E5813DF5-5E41-49D1-9A63-422787AC5C8E}" destId="{0D2CB147-67C6-414C-8088-0BDCED72217F}" srcOrd="0" destOrd="0" presId="urn:microsoft.com/office/officeart/2005/8/layout/hierarchy1"/>
    <dgm:cxn modelId="{500D76B9-FE4D-4B4E-8197-EFD5E87667F6}" type="presParOf" srcId="{0D2CB147-67C6-414C-8088-0BDCED72217F}" destId="{1D600DE6-2CAD-43DD-BB02-5B88ED0D6355}" srcOrd="0" destOrd="0" presId="urn:microsoft.com/office/officeart/2005/8/layout/hierarchy1"/>
    <dgm:cxn modelId="{5B1D46AD-71CA-4453-92F9-3BB74A6312C9}" type="presParOf" srcId="{0D2CB147-67C6-414C-8088-0BDCED72217F}" destId="{2B5DDA58-F2C1-4B81-9F05-AE172A40755A}" srcOrd="1" destOrd="0" presId="urn:microsoft.com/office/officeart/2005/8/layout/hierarchy1"/>
    <dgm:cxn modelId="{5FA7CCFB-1427-4858-9413-32AA4985CB49}" type="presParOf" srcId="{E5813DF5-5E41-49D1-9A63-422787AC5C8E}" destId="{B79FCBD7-140C-4DE1-9264-809A80C2AFA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E5D6755-8455-4E8F-818C-7FDA5C83364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623B8954-F819-417D-BF29-B31D80C35047}">
      <dgm:prSet/>
      <dgm:spPr/>
      <dgm:t>
        <a:bodyPr/>
        <a:lstStyle/>
        <a:p>
          <a:pPr>
            <a:defRPr cap="all"/>
          </a:pPr>
          <a:r>
            <a:rPr lang="en-IE"/>
            <a:t>Lack of awareness of global hunger and nutrition issues</a:t>
          </a:r>
          <a:endParaRPr lang="en-US"/>
        </a:p>
      </dgm:t>
    </dgm:pt>
    <dgm:pt modelId="{67A2CDFA-DDED-4427-B324-1FB4F9814FDF}" type="parTrans" cxnId="{D1562598-F4DA-4ED4-A1A5-3452C5C7E223}">
      <dgm:prSet/>
      <dgm:spPr/>
      <dgm:t>
        <a:bodyPr/>
        <a:lstStyle/>
        <a:p>
          <a:endParaRPr lang="en-US"/>
        </a:p>
      </dgm:t>
    </dgm:pt>
    <dgm:pt modelId="{F4711420-CBF6-4183-8BFD-CB6862E6FE4E}" type="sibTrans" cxnId="{D1562598-F4DA-4ED4-A1A5-3452C5C7E223}">
      <dgm:prSet/>
      <dgm:spPr/>
      <dgm:t>
        <a:bodyPr/>
        <a:lstStyle/>
        <a:p>
          <a:endParaRPr lang="en-US"/>
        </a:p>
      </dgm:t>
    </dgm:pt>
    <dgm:pt modelId="{4BB7ECAF-5B8B-4D4C-B18B-B355C4093423}">
      <dgm:prSet/>
      <dgm:spPr/>
      <dgm:t>
        <a:bodyPr/>
        <a:lstStyle/>
        <a:p>
          <a:pPr>
            <a:defRPr cap="all"/>
          </a:pPr>
          <a:r>
            <a:rPr lang="en-IE"/>
            <a:t>Traditional primary and secondary level teaching may not focus on this issue and lacks engaging learning for these age groups</a:t>
          </a:r>
          <a:endParaRPr lang="en-US"/>
        </a:p>
      </dgm:t>
    </dgm:pt>
    <dgm:pt modelId="{EAB91BF1-6D28-4BEA-963A-A62EF004792E}" type="parTrans" cxnId="{A002F852-2D6C-4DD0-89BD-4FF77BD73CD1}">
      <dgm:prSet/>
      <dgm:spPr/>
      <dgm:t>
        <a:bodyPr/>
        <a:lstStyle/>
        <a:p>
          <a:endParaRPr lang="en-US"/>
        </a:p>
      </dgm:t>
    </dgm:pt>
    <dgm:pt modelId="{6AD92732-81BF-45E7-905E-D427961C001F}" type="sibTrans" cxnId="{A002F852-2D6C-4DD0-89BD-4FF77BD73CD1}">
      <dgm:prSet/>
      <dgm:spPr/>
      <dgm:t>
        <a:bodyPr/>
        <a:lstStyle/>
        <a:p>
          <a:endParaRPr lang="en-US"/>
        </a:p>
      </dgm:t>
    </dgm:pt>
    <dgm:pt modelId="{6F96ECF1-6E0B-413C-8493-45AB455DA4CD}" type="pres">
      <dgm:prSet presAssocID="{AE5D6755-8455-4E8F-818C-7FDA5C833648}" presName="root" presStyleCnt="0">
        <dgm:presLayoutVars>
          <dgm:dir/>
          <dgm:resizeHandles val="exact"/>
        </dgm:presLayoutVars>
      </dgm:prSet>
      <dgm:spPr/>
    </dgm:pt>
    <dgm:pt modelId="{4A04CD78-5E8F-4C40-AC04-49CE66226BE4}" type="pres">
      <dgm:prSet presAssocID="{623B8954-F819-417D-BF29-B31D80C35047}" presName="compNode" presStyleCnt="0"/>
      <dgm:spPr/>
    </dgm:pt>
    <dgm:pt modelId="{757CAF36-0B43-4B08-B25F-BE98ABBC31B6}" type="pres">
      <dgm:prSet presAssocID="{623B8954-F819-417D-BF29-B31D80C35047}" presName="iconBgRect" presStyleLbl="bgShp" presStyleIdx="0" presStyleCnt="2"/>
      <dgm:spPr/>
    </dgm:pt>
    <dgm:pt modelId="{BA30F03D-DA42-40EF-9929-F0D3820CFECF}" type="pres">
      <dgm:prSet presAssocID="{623B8954-F819-417D-BF29-B31D80C35047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832E8763-27B4-4F40-B3ED-74ED6AE68AC9}" type="pres">
      <dgm:prSet presAssocID="{623B8954-F819-417D-BF29-B31D80C35047}" presName="spaceRect" presStyleCnt="0"/>
      <dgm:spPr/>
    </dgm:pt>
    <dgm:pt modelId="{7201BD39-01A4-4515-9F81-EC20BA84F1A8}" type="pres">
      <dgm:prSet presAssocID="{623B8954-F819-417D-BF29-B31D80C35047}" presName="textRect" presStyleLbl="revTx" presStyleIdx="0" presStyleCnt="2">
        <dgm:presLayoutVars>
          <dgm:chMax val="1"/>
          <dgm:chPref val="1"/>
        </dgm:presLayoutVars>
      </dgm:prSet>
      <dgm:spPr/>
    </dgm:pt>
    <dgm:pt modelId="{E8AE1502-854D-4E59-911F-C2815F4F8C51}" type="pres">
      <dgm:prSet presAssocID="{F4711420-CBF6-4183-8BFD-CB6862E6FE4E}" presName="sibTrans" presStyleCnt="0"/>
      <dgm:spPr/>
    </dgm:pt>
    <dgm:pt modelId="{CC738E1A-5CC3-46F4-97B8-3D031617DF8B}" type="pres">
      <dgm:prSet presAssocID="{4BB7ECAF-5B8B-4D4C-B18B-B355C4093423}" presName="compNode" presStyleCnt="0"/>
      <dgm:spPr/>
    </dgm:pt>
    <dgm:pt modelId="{8C457FF7-2E24-49AB-B04E-A244BEB2D1F7}" type="pres">
      <dgm:prSet presAssocID="{4BB7ECAF-5B8B-4D4C-B18B-B355C4093423}" presName="iconBgRect" presStyleLbl="bgShp" presStyleIdx="1" presStyleCnt="2"/>
      <dgm:spPr/>
    </dgm:pt>
    <dgm:pt modelId="{16336110-96AF-42CE-80E8-198DC8467642}" type="pres">
      <dgm:prSet presAssocID="{4BB7ECAF-5B8B-4D4C-B18B-B355C4093423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3D0CF45B-8BE1-4B1E-8FCF-0165C38CB2E9}" type="pres">
      <dgm:prSet presAssocID="{4BB7ECAF-5B8B-4D4C-B18B-B355C4093423}" presName="spaceRect" presStyleCnt="0"/>
      <dgm:spPr/>
    </dgm:pt>
    <dgm:pt modelId="{557EF1A1-104E-49D8-BF9F-05C862A6C284}" type="pres">
      <dgm:prSet presAssocID="{4BB7ECAF-5B8B-4D4C-B18B-B355C4093423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E574967-1AA2-4C8E-A425-309F3DD93128}" type="presOf" srcId="{623B8954-F819-417D-BF29-B31D80C35047}" destId="{7201BD39-01A4-4515-9F81-EC20BA84F1A8}" srcOrd="0" destOrd="0" presId="urn:microsoft.com/office/officeart/2018/5/layout/IconCircleLabelList"/>
    <dgm:cxn modelId="{15F74F6B-01F3-4363-85AE-BFF20ED008D9}" type="presOf" srcId="{4BB7ECAF-5B8B-4D4C-B18B-B355C4093423}" destId="{557EF1A1-104E-49D8-BF9F-05C862A6C284}" srcOrd="0" destOrd="0" presId="urn:microsoft.com/office/officeart/2018/5/layout/IconCircleLabelList"/>
    <dgm:cxn modelId="{A002F852-2D6C-4DD0-89BD-4FF77BD73CD1}" srcId="{AE5D6755-8455-4E8F-818C-7FDA5C833648}" destId="{4BB7ECAF-5B8B-4D4C-B18B-B355C4093423}" srcOrd="1" destOrd="0" parTransId="{EAB91BF1-6D28-4BEA-963A-A62EF004792E}" sibTransId="{6AD92732-81BF-45E7-905E-D427961C001F}"/>
    <dgm:cxn modelId="{D1562598-F4DA-4ED4-A1A5-3452C5C7E223}" srcId="{AE5D6755-8455-4E8F-818C-7FDA5C833648}" destId="{623B8954-F819-417D-BF29-B31D80C35047}" srcOrd="0" destOrd="0" parTransId="{67A2CDFA-DDED-4427-B324-1FB4F9814FDF}" sibTransId="{F4711420-CBF6-4183-8BFD-CB6862E6FE4E}"/>
    <dgm:cxn modelId="{B8ABE3BC-0387-4C2D-AB0B-B2AE6CCAACC9}" type="presOf" srcId="{AE5D6755-8455-4E8F-818C-7FDA5C833648}" destId="{6F96ECF1-6E0B-413C-8493-45AB455DA4CD}" srcOrd="0" destOrd="0" presId="urn:microsoft.com/office/officeart/2018/5/layout/IconCircleLabelList"/>
    <dgm:cxn modelId="{913C3935-E902-4FB7-BD00-A7988F08F2D1}" type="presParOf" srcId="{6F96ECF1-6E0B-413C-8493-45AB455DA4CD}" destId="{4A04CD78-5E8F-4C40-AC04-49CE66226BE4}" srcOrd="0" destOrd="0" presId="urn:microsoft.com/office/officeart/2018/5/layout/IconCircleLabelList"/>
    <dgm:cxn modelId="{B53A1189-3787-4430-9324-139123B37A1D}" type="presParOf" srcId="{4A04CD78-5E8F-4C40-AC04-49CE66226BE4}" destId="{757CAF36-0B43-4B08-B25F-BE98ABBC31B6}" srcOrd="0" destOrd="0" presId="urn:microsoft.com/office/officeart/2018/5/layout/IconCircleLabelList"/>
    <dgm:cxn modelId="{C0AEB847-B86A-4F50-825C-DB17FEF4B2D0}" type="presParOf" srcId="{4A04CD78-5E8F-4C40-AC04-49CE66226BE4}" destId="{BA30F03D-DA42-40EF-9929-F0D3820CFECF}" srcOrd="1" destOrd="0" presId="urn:microsoft.com/office/officeart/2018/5/layout/IconCircleLabelList"/>
    <dgm:cxn modelId="{10E08679-C256-4155-B1BC-A3F647162695}" type="presParOf" srcId="{4A04CD78-5E8F-4C40-AC04-49CE66226BE4}" destId="{832E8763-27B4-4F40-B3ED-74ED6AE68AC9}" srcOrd="2" destOrd="0" presId="urn:microsoft.com/office/officeart/2018/5/layout/IconCircleLabelList"/>
    <dgm:cxn modelId="{69DA50F4-CDAC-40CA-8D72-06BB6BCF2A5F}" type="presParOf" srcId="{4A04CD78-5E8F-4C40-AC04-49CE66226BE4}" destId="{7201BD39-01A4-4515-9F81-EC20BA84F1A8}" srcOrd="3" destOrd="0" presId="urn:microsoft.com/office/officeart/2018/5/layout/IconCircleLabelList"/>
    <dgm:cxn modelId="{3CD45E1C-E0B6-4145-8CC6-5E051B22E18D}" type="presParOf" srcId="{6F96ECF1-6E0B-413C-8493-45AB455DA4CD}" destId="{E8AE1502-854D-4E59-911F-C2815F4F8C51}" srcOrd="1" destOrd="0" presId="urn:microsoft.com/office/officeart/2018/5/layout/IconCircleLabelList"/>
    <dgm:cxn modelId="{847CEFCA-18E4-4B82-BE93-39796C7F21A7}" type="presParOf" srcId="{6F96ECF1-6E0B-413C-8493-45AB455DA4CD}" destId="{CC738E1A-5CC3-46F4-97B8-3D031617DF8B}" srcOrd="2" destOrd="0" presId="urn:microsoft.com/office/officeart/2018/5/layout/IconCircleLabelList"/>
    <dgm:cxn modelId="{EAFAEE65-6071-4EAE-B1D1-80FA107B7E96}" type="presParOf" srcId="{CC738E1A-5CC3-46F4-97B8-3D031617DF8B}" destId="{8C457FF7-2E24-49AB-B04E-A244BEB2D1F7}" srcOrd="0" destOrd="0" presId="urn:microsoft.com/office/officeart/2018/5/layout/IconCircleLabelList"/>
    <dgm:cxn modelId="{8C606BCB-F4F4-4509-A751-9527E6E8F51B}" type="presParOf" srcId="{CC738E1A-5CC3-46F4-97B8-3D031617DF8B}" destId="{16336110-96AF-42CE-80E8-198DC8467642}" srcOrd="1" destOrd="0" presId="urn:microsoft.com/office/officeart/2018/5/layout/IconCircleLabelList"/>
    <dgm:cxn modelId="{800786D7-C94C-4290-BDB6-3EC8714B61FB}" type="presParOf" srcId="{CC738E1A-5CC3-46F4-97B8-3D031617DF8B}" destId="{3D0CF45B-8BE1-4B1E-8FCF-0165C38CB2E9}" srcOrd="2" destOrd="0" presId="urn:microsoft.com/office/officeart/2018/5/layout/IconCircleLabelList"/>
    <dgm:cxn modelId="{C136AE51-8D55-4583-979C-2E09E7B95C59}" type="presParOf" srcId="{CC738E1A-5CC3-46F4-97B8-3D031617DF8B}" destId="{557EF1A1-104E-49D8-BF9F-05C862A6C28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65F064-6426-412E-8022-CCA81080922E}">
      <dsp:nvSpPr>
        <dsp:cNvPr id="0" name=""/>
        <dsp:cNvSpPr/>
      </dsp:nvSpPr>
      <dsp:spPr>
        <a:xfrm>
          <a:off x="3364992" y="2124"/>
          <a:ext cx="3785616" cy="140228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600" kern="1200"/>
            <a:t>More than 600 million people affected globally</a:t>
          </a:r>
          <a:endParaRPr lang="en-US" sz="2600" kern="1200"/>
        </a:p>
      </dsp:txBody>
      <dsp:txXfrm>
        <a:off x="3433446" y="70578"/>
        <a:ext cx="3648708" cy="1265378"/>
      </dsp:txXfrm>
    </dsp:sp>
    <dsp:sp modelId="{013C1261-4F9C-4587-B910-4EE0B53D10F1}">
      <dsp:nvSpPr>
        <dsp:cNvPr id="0" name=""/>
        <dsp:cNvSpPr/>
      </dsp:nvSpPr>
      <dsp:spPr>
        <a:xfrm>
          <a:off x="3364992" y="1474525"/>
          <a:ext cx="3785616" cy="140228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600" kern="1200"/>
            <a:t>1 in 3 people experience moderate to severe food insecurity</a:t>
          </a:r>
          <a:endParaRPr lang="en-US" sz="2600" kern="1200"/>
        </a:p>
      </dsp:txBody>
      <dsp:txXfrm>
        <a:off x="3433446" y="1542979"/>
        <a:ext cx="3648708" cy="1265378"/>
      </dsp:txXfrm>
    </dsp:sp>
    <dsp:sp modelId="{A4BED52D-A253-4FB3-850D-E9CF0C53881C}">
      <dsp:nvSpPr>
        <dsp:cNvPr id="0" name=""/>
        <dsp:cNvSpPr/>
      </dsp:nvSpPr>
      <dsp:spPr>
        <a:xfrm>
          <a:off x="3364992" y="2946926"/>
          <a:ext cx="3785616" cy="140228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600" kern="1200"/>
            <a:t>Millions of children globally suffer from malnutrition</a:t>
          </a:r>
          <a:endParaRPr lang="en-US" sz="2600" kern="1200"/>
        </a:p>
      </dsp:txBody>
      <dsp:txXfrm>
        <a:off x="3433446" y="3015380"/>
        <a:ext cx="3648708" cy="12653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BA1761-18B4-492E-A731-6CAC8C6BCD2F}">
      <dsp:nvSpPr>
        <dsp:cNvPr id="0" name=""/>
        <dsp:cNvSpPr/>
      </dsp:nvSpPr>
      <dsp:spPr>
        <a:xfrm>
          <a:off x="0" y="0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99BF0E-3ABC-4317-BF24-C3C5CF8A7B14}">
      <dsp:nvSpPr>
        <dsp:cNvPr id="0" name=""/>
        <dsp:cNvSpPr/>
      </dsp:nvSpPr>
      <dsp:spPr>
        <a:xfrm>
          <a:off x="0" y="0"/>
          <a:ext cx="6291714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900" kern="1200"/>
            <a:t>Structural Causes: Poverty and Economic inequality</a:t>
          </a:r>
          <a:endParaRPr lang="en-US" sz="2900" kern="1200"/>
        </a:p>
      </dsp:txBody>
      <dsp:txXfrm>
        <a:off x="0" y="0"/>
        <a:ext cx="6291714" cy="1382683"/>
      </dsp:txXfrm>
    </dsp:sp>
    <dsp:sp modelId="{CFB73D9E-B120-450A-8F39-E827DAF41132}">
      <dsp:nvSpPr>
        <dsp:cNvPr id="0" name=""/>
        <dsp:cNvSpPr/>
      </dsp:nvSpPr>
      <dsp:spPr>
        <a:xfrm>
          <a:off x="0" y="1382683"/>
          <a:ext cx="6291714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7E23D2-4E60-4E70-B50D-221CFB26B081}">
      <dsp:nvSpPr>
        <dsp:cNvPr id="0" name=""/>
        <dsp:cNvSpPr/>
      </dsp:nvSpPr>
      <dsp:spPr>
        <a:xfrm>
          <a:off x="0" y="1382683"/>
          <a:ext cx="6291714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900" kern="1200"/>
            <a:t>Environmental Causes: Climate change including droughts and floods</a:t>
          </a:r>
          <a:endParaRPr lang="en-US" sz="2900" kern="1200"/>
        </a:p>
      </dsp:txBody>
      <dsp:txXfrm>
        <a:off x="0" y="1382683"/>
        <a:ext cx="6291714" cy="1382683"/>
      </dsp:txXfrm>
    </dsp:sp>
    <dsp:sp modelId="{4B976359-615E-41DF-85A1-556295129D85}">
      <dsp:nvSpPr>
        <dsp:cNvPr id="0" name=""/>
        <dsp:cNvSpPr/>
      </dsp:nvSpPr>
      <dsp:spPr>
        <a:xfrm>
          <a:off x="0" y="2765367"/>
          <a:ext cx="6291714" cy="0"/>
        </a:xfrm>
        <a:prstGeom prst="lin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4165C7-BD0C-4035-9876-AFCDE05FAEE9}">
      <dsp:nvSpPr>
        <dsp:cNvPr id="0" name=""/>
        <dsp:cNvSpPr/>
      </dsp:nvSpPr>
      <dsp:spPr>
        <a:xfrm>
          <a:off x="0" y="2765367"/>
          <a:ext cx="6291714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900" kern="1200"/>
            <a:t>Political causes: Conflict and war, displacement of people</a:t>
          </a:r>
          <a:endParaRPr lang="en-US" sz="2900" kern="1200"/>
        </a:p>
      </dsp:txBody>
      <dsp:txXfrm>
        <a:off x="0" y="2765367"/>
        <a:ext cx="6291714" cy="1382683"/>
      </dsp:txXfrm>
    </dsp:sp>
    <dsp:sp modelId="{B74B1A73-EC66-412C-A2A1-1DBE25DF4F39}">
      <dsp:nvSpPr>
        <dsp:cNvPr id="0" name=""/>
        <dsp:cNvSpPr/>
      </dsp:nvSpPr>
      <dsp:spPr>
        <a:xfrm>
          <a:off x="0" y="4148051"/>
          <a:ext cx="6291714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3D6061-FF75-4A61-BBE9-B32AB669A111}">
      <dsp:nvSpPr>
        <dsp:cNvPr id="0" name=""/>
        <dsp:cNvSpPr/>
      </dsp:nvSpPr>
      <dsp:spPr>
        <a:xfrm>
          <a:off x="0" y="4148051"/>
          <a:ext cx="6291714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900" kern="1200"/>
            <a:t>Systemic causes: Food waste and unequal distribution</a:t>
          </a:r>
          <a:endParaRPr lang="en-US" sz="2900" kern="1200"/>
        </a:p>
      </dsp:txBody>
      <dsp:txXfrm>
        <a:off x="0" y="4148051"/>
        <a:ext cx="6291714" cy="138268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E500E2-0CBE-4C82-919E-A90156DA90CF}">
      <dsp:nvSpPr>
        <dsp:cNvPr id="0" name=""/>
        <dsp:cNvSpPr/>
      </dsp:nvSpPr>
      <dsp:spPr>
        <a:xfrm>
          <a:off x="0" y="240168"/>
          <a:ext cx="6798539" cy="58967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400" kern="1200"/>
            <a:t>Sustainable farming – environmentally friendly</a:t>
          </a:r>
          <a:endParaRPr lang="en-US" sz="2400" kern="1200"/>
        </a:p>
      </dsp:txBody>
      <dsp:txXfrm>
        <a:off x="28786" y="268954"/>
        <a:ext cx="6740967" cy="532107"/>
      </dsp:txXfrm>
    </dsp:sp>
    <dsp:sp modelId="{6DFBFB0A-E2A3-4226-AEF6-CA6CCCE40021}">
      <dsp:nvSpPr>
        <dsp:cNvPr id="0" name=""/>
        <dsp:cNvSpPr/>
      </dsp:nvSpPr>
      <dsp:spPr>
        <a:xfrm>
          <a:off x="0" y="898968"/>
          <a:ext cx="6798539" cy="589679"/>
        </a:xfrm>
        <a:prstGeom prst="round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400" kern="1200"/>
            <a:t>Reduce food waste</a:t>
          </a:r>
          <a:endParaRPr lang="en-US" sz="2400" kern="1200"/>
        </a:p>
      </dsp:txBody>
      <dsp:txXfrm>
        <a:off x="28786" y="927754"/>
        <a:ext cx="6740967" cy="532107"/>
      </dsp:txXfrm>
    </dsp:sp>
    <dsp:sp modelId="{0520872D-9DFD-4C0F-9C58-7CB43A4FDC1A}">
      <dsp:nvSpPr>
        <dsp:cNvPr id="0" name=""/>
        <dsp:cNvSpPr/>
      </dsp:nvSpPr>
      <dsp:spPr>
        <a:xfrm>
          <a:off x="0" y="1557768"/>
          <a:ext cx="6798539" cy="589679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400" kern="1200"/>
            <a:t>Support local food businesses</a:t>
          </a:r>
          <a:endParaRPr lang="en-US" sz="2400" kern="1200"/>
        </a:p>
      </dsp:txBody>
      <dsp:txXfrm>
        <a:off x="28786" y="1586554"/>
        <a:ext cx="6740967" cy="532107"/>
      </dsp:txXfrm>
    </dsp:sp>
    <dsp:sp modelId="{413B6952-BC1A-4793-9B71-D896D6813C0D}">
      <dsp:nvSpPr>
        <dsp:cNvPr id="0" name=""/>
        <dsp:cNvSpPr/>
      </dsp:nvSpPr>
      <dsp:spPr>
        <a:xfrm>
          <a:off x="0" y="2216568"/>
          <a:ext cx="6798539" cy="589679"/>
        </a:xfrm>
        <a:prstGeom prst="round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400" kern="1200"/>
            <a:t>Equal Access to food</a:t>
          </a:r>
          <a:endParaRPr lang="en-US" sz="2400" kern="1200"/>
        </a:p>
      </dsp:txBody>
      <dsp:txXfrm>
        <a:off x="28786" y="2245354"/>
        <a:ext cx="6740967" cy="532107"/>
      </dsp:txXfrm>
    </dsp:sp>
    <dsp:sp modelId="{3B5D9FDF-82E0-495C-BD03-5A8F92272F98}">
      <dsp:nvSpPr>
        <dsp:cNvPr id="0" name=""/>
        <dsp:cNvSpPr/>
      </dsp:nvSpPr>
      <dsp:spPr>
        <a:xfrm>
          <a:off x="0" y="2875368"/>
          <a:ext cx="6798539" cy="589679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400" kern="1200"/>
            <a:t>Food security = Sustainable and accessible food</a:t>
          </a:r>
          <a:endParaRPr lang="en-US" sz="2400" kern="1200"/>
        </a:p>
      </dsp:txBody>
      <dsp:txXfrm>
        <a:off x="28786" y="2904154"/>
        <a:ext cx="6740967" cy="53210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50A318-4035-4799-9D9E-EF04139AEF6A}">
      <dsp:nvSpPr>
        <dsp:cNvPr id="0" name=""/>
        <dsp:cNvSpPr/>
      </dsp:nvSpPr>
      <dsp:spPr>
        <a:xfrm>
          <a:off x="810" y="0"/>
          <a:ext cx="3283803" cy="320990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4367" tIns="0" rIns="324367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600" kern="1200"/>
            <a:t>Reduce food waste in the home</a:t>
          </a:r>
          <a:endParaRPr lang="en-US" sz="2600" kern="1200"/>
        </a:p>
      </dsp:txBody>
      <dsp:txXfrm>
        <a:off x="810" y="1283960"/>
        <a:ext cx="3283803" cy="1925941"/>
      </dsp:txXfrm>
    </dsp:sp>
    <dsp:sp modelId="{672853DE-2765-4129-93C2-FA153CA5028E}">
      <dsp:nvSpPr>
        <dsp:cNvPr id="0" name=""/>
        <dsp:cNvSpPr/>
      </dsp:nvSpPr>
      <dsp:spPr>
        <a:xfrm>
          <a:off x="810" y="0"/>
          <a:ext cx="3283803" cy="128396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4367" tIns="165100" rIns="32436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10" y="0"/>
        <a:ext cx="3283803" cy="1283960"/>
      </dsp:txXfrm>
    </dsp:sp>
    <dsp:sp modelId="{8E382CC1-F276-4FBD-ACE6-2268DBD7B6D3}">
      <dsp:nvSpPr>
        <dsp:cNvPr id="0" name=""/>
        <dsp:cNvSpPr/>
      </dsp:nvSpPr>
      <dsp:spPr>
        <a:xfrm>
          <a:off x="3547318" y="0"/>
          <a:ext cx="3283803" cy="320990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4367" tIns="0" rIns="324367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600" kern="1200"/>
            <a:t>Make healthy food choices – increase nutrition</a:t>
          </a:r>
          <a:endParaRPr lang="en-US" sz="2600" kern="1200"/>
        </a:p>
      </dsp:txBody>
      <dsp:txXfrm>
        <a:off x="3547318" y="1283960"/>
        <a:ext cx="3283803" cy="1925941"/>
      </dsp:txXfrm>
    </dsp:sp>
    <dsp:sp modelId="{DAA28A7E-BFF8-4FDC-AED9-1384A42F12B3}">
      <dsp:nvSpPr>
        <dsp:cNvPr id="0" name=""/>
        <dsp:cNvSpPr/>
      </dsp:nvSpPr>
      <dsp:spPr>
        <a:xfrm>
          <a:off x="3547318" y="0"/>
          <a:ext cx="3283803" cy="128396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4367" tIns="165100" rIns="32436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547318" y="0"/>
        <a:ext cx="3283803" cy="1283960"/>
      </dsp:txXfrm>
    </dsp:sp>
    <dsp:sp modelId="{F7FA776D-14F9-4FC7-B767-AF509DCEC02F}">
      <dsp:nvSpPr>
        <dsp:cNvPr id="0" name=""/>
        <dsp:cNvSpPr/>
      </dsp:nvSpPr>
      <dsp:spPr>
        <a:xfrm>
          <a:off x="7093825" y="0"/>
          <a:ext cx="3283803" cy="320990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4367" tIns="0" rIns="324367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600" kern="1200"/>
            <a:t>Educate ourselves on nutrition and sustainability</a:t>
          </a:r>
          <a:endParaRPr lang="en-US" sz="2600" kern="1200"/>
        </a:p>
      </dsp:txBody>
      <dsp:txXfrm>
        <a:off x="7093825" y="1283960"/>
        <a:ext cx="3283803" cy="1925941"/>
      </dsp:txXfrm>
    </dsp:sp>
    <dsp:sp modelId="{C20EBA37-AF9C-440D-9A0C-5D9806061841}">
      <dsp:nvSpPr>
        <dsp:cNvPr id="0" name=""/>
        <dsp:cNvSpPr/>
      </dsp:nvSpPr>
      <dsp:spPr>
        <a:xfrm>
          <a:off x="7093825" y="0"/>
          <a:ext cx="3283803" cy="128396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4367" tIns="165100" rIns="32436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093825" y="0"/>
        <a:ext cx="3283803" cy="128396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936B94-6F21-4B8D-AC70-12F1DC08E64A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CCF61B-242C-428E-AB6E-034D00A37379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200" kern="1200"/>
            <a:t>Schools can: increase awareness, teach healthy eating habits, engage students with this and other SDGs</a:t>
          </a:r>
          <a:endParaRPr lang="en-US" sz="3200" kern="1200"/>
        </a:p>
      </dsp:txBody>
      <dsp:txXfrm>
        <a:off x="696297" y="538547"/>
        <a:ext cx="4171627" cy="2590157"/>
      </dsp:txXfrm>
    </dsp:sp>
    <dsp:sp modelId="{1D600DE6-2CAD-43DD-BB02-5B88ED0D6355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5DDA58-F2C1-4B81-9F05-AE172A40755A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200" kern="1200"/>
            <a:t>Primary education is important</a:t>
          </a:r>
          <a:endParaRPr lang="en-US" sz="3200" kern="1200"/>
        </a:p>
      </dsp:txBody>
      <dsp:txXfrm>
        <a:off x="5991936" y="538547"/>
        <a:ext cx="4171627" cy="259015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7CAF36-0B43-4B08-B25F-BE98ABBC31B6}">
      <dsp:nvSpPr>
        <dsp:cNvPr id="0" name=""/>
        <dsp:cNvSpPr/>
      </dsp:nvSpPr>
      <dsp:spPr>
        <a:xfrm>
          <a:off x="2250914" y="296402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30F03D-DA42-40EF-9929-F0D3820CFECF}">
      <dsp:nvSpPr>
        <dsp:cNvPr id="0" name=""/>
        <dsp:cNvSpPr/>
      </dsp:nvSpPr>
      <dsp:spPr>
        <a:xfrm>
          <a:off x="2718914" y="764402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01BD39-01A4-4515-9F81-EC20BA84F1A8}">
      <dsp:nvSpPr>
        <dsp:cNvPr id="0" name=""/>
        <dsp:cNvSpPr/>
      </dsp:nvSpPr>
      <dsp:spPr>
        <a:xfrm>
          <a:off x="1548914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E" sz="1200" kern="1200"/>
            <a:t>Lack of awareness of global hunger and nutrition issues</a:t>
          </a:r>
          <a:endParaRPr lang="en-US" sz="1200" kern="1200"/>
        </a:p>
      </dsp:txBody>
      <dsp:txXfrm>
        <a:off x="1548914" y="3176402"/>
        <a:ext cx="3600000" cy="720000"/>
      </dsp:txXfrm>
    </dsp:sp>
    <dsp:sp modelId="{8C457FF7-2E24-49AB-B04E-A244BEB2D1F7}">
      <dsp:nvSpPr>
        <dsp:cNvPr id="0" name=""/>
        <dsp:cNvSpPr/>
      </dsp:nvSpPr>
      <dsp:spPr>
        <a:xfrm>
          <a:off x="6480914" y="296402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336110-96AF-42CE-80E8-198DC8467642}">
      <dsp:nvSpPr>
        <dsp:cNvPr id="0" name=""/>
        <dsp:cNvSpPr/>
      </dsp:nvSpPr>
      <dsp:spPr>
        <a:xfrm>
          <a:off x="6948914" y="764402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7EF1A1-104E-49D8-BF9F-05C862A6C284}">
      <dsp:nvSpPr>
        <dsp:cNvPr id="0" name=""/>
        <dsp:cNvSpPr/>
      </dsp:nvSpPr>
      <dsp:spPr>
        <a:xfrm>
          <a:off x="5778914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E" sz="1200" kern="1200"/>
            <a:t>Traditional primary and secondary level teaching may not focus on this issue and lacks engaging learning for these age groups</a:t>
          </a:r>
          <a:endParaRPr lang="en-US" sz="1200" kern="1200"/>
        </a:p>
      </dsp:txBody>
      <dsp:txXfrm>
        <a:off x="5778914" y="3176402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E576A-8476-E113-759E-D019574600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C0B21B-220D-8E71-9F4A-5B82241484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2C4D5-80B4-9F68-D0AD-E6338B065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2740-1FB8-4662-9234-B0B1D731765D}" type="datetimeFigureOut">
              <a:rPr lang="en-IE" smtClean="0"/>
              <a:t>14/04/2026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8BB4E-5490-CF52-556D-4E3A7D100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4E986-CA7E-13CB-0B87-3F19C8F74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4FBD-27FA-4D69-9EAF-3E2E3D226F6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4125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F96B4-5B66-D26E-5AA9-75E19C80C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091E9-D284-DFB0-C0EF-4DF8ABC06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423F2-7D71-577C-1416-923DEF809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2740-1FB8-4662-9234-B0B1D731765D}" type="datetimeFigureOut">
              <a:rPr lang="en-IE" smtClean="0"/>
              <a:t>14/04/2026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8C9D4-5564-0D09-9DF6-68DDBB5A4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6946D-A8BC-34C1-34E0-BA3B2678F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4FBD-27FA-4D69-9EAF-3E2E3D226F6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64838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4068C-9141-6EAF-9C8F-B9627A927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8BD2B-0360-011D-FD88-0CA273171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E49F3-3D8D-EC43-394B-D98C77BF2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2740-1FB8-4662-9234-B0B1D731765D}" type="datetimeFigureOut">
              <a:rPr lang="en-IE" smtClean="0"/>
              <a:t>14/04/2026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30680-50F2-8FC9-B51A-7FA9E6645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A7E0A-16BC-BF7A-DF86-04CEFAF97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4FBD-27FA-4D69-9EAF-3E2E3D226F6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54604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73574-C8AD-9AD6-62D0-D0F2D5A28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01570-C3AF-7812-B556-9715023CC7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54DA8B-E451-E2DE-9D49-07C2E3BF41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655EA-2F83-6648-4221-F6D711CB3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2740-1FB8-4662-9234-B0B1D731765D}" type="datetimeFigureOut">
              <a:rPr lang="en-IE" smtClean="0"/>
              <a:t>14/04/2026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7E0BC8-78CB-2A5A-2E9D-389B58DCD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1DCEB-DD3B-3A23-DB20-EDBCC56B5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4FBD-27FA-4D69-9EAF-3E2E3D226F6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82048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B6BBF-5531-89ED-93A6-22966CC1C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0BDD5-3E1E-8A83-E5EB-7A1012ECD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003566-2AB6-B9C5-381A-7FEE6F115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083794-079D-9517-823E-1D444ADA15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61883C-F877-C37B-1A6D-35EAB01877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A69BB9-4B98-FAE8-84AF-B119925A0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2740-1FB8-4662-9234-B0B1D731765D}" type="datetimeFigureOut">
              <a:rPr lang="en-IE" smtClean="0"/>
              <a:t>14/04/2026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BCDBFF-8C35-6ED3-D621-E28088B5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40E77C-EBFF-C2A9-418B-D68A75360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4FBD-27FA-4D69-9EAF-3E2E3D226F6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93550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7C00D-A816-4774-2C6C-298449C41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0FDBE0-24B6-6566-653A-9EA44D3C5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2740-1FB8-4662-9234-B0B1D731765D}" type="datetimeFigureOut">
              <a:rPr lang="en-IE" smtClean="0"/>
              <a:t>14/04/2026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80509A-885A-3BD8-61EE-C6E37943E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A41D9F-EC8E-88BB-89DB-F82D02273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4FBD-27FA-4D69-9EAF-3E2E3D226F6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64098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225758-00F3-5EE2-9F0F-A50FBF938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2740-1FB8-4662-9234-B0B1D731765D}" type="datetimeFigureOut">
              <a:rPr lang="en-IE" smtClean="0"/>
              <a:t>14/04/2026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A65251-3D67-CF42-DD18-1FD1E529F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A9EB4-702E-68EC-EAD2-1DA04E12C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4FBD-27FA-4D69-9EAF-3E2E3D226F6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54693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C1F90-2BC1-9EA2-D2F8-88DDA457E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83472-69DB-A25E-B809-85C577F51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68E28A-86EC-34A4-ABC1-0C7A5A0488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1DC2FC-5E5B-DAF0-A2F1-7C4D579B4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2740-1FB8-4662-9234-B0B1D731765D}" type="datetimeFigureOut">
              <a:rPr lang="en-IE" smtClean="0"/>
              <a:t>14/04/2026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82512-26A2-C046-BCEC-81868A33F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FAC3FF-F0B7-BB65-4609-2F09ACD9C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4FBD-27FA-4D69-9EAF-3E2E3D226F6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7229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50D6C-7BB9-2432-0E08-3C93E3104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1932F4-2648-8040-B41A-75306CF7E1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EA42B-6832-CCFF-B1CD-554A396E51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80FEC1-738A-0C37-73EA-59D0E1A3D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2740-1FB8-4662-9234-B0B1D731765D}" type="datetimeFigureOut">
              <a:rPr lang="en-IE" smtClean="0"/>
              <a:t>14/04/2026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0E6C48-3AC8-3998-170B-CE6C26923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D0D84D-C3FE-186E-1987-173AB9C98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4FBD-27FA-4D69-9EAF-3E2E3D226F6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75915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32139-0402-673E-5129-70118A27E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FEE5C6-52E3-4091-31BE-6EC04793CB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1D621-D7F8-F324-2416-6FCE89C0D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2740-1FB8-4662-9234-B0B1D731765D}" type="datetimeFigureOut">
              <a:rPr lang="en-IE" smtClean="0"/>
              <a:t>14/04/2026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3A3E4-1AD1-3F2A-6B2C-00E4ABF19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8F60D-2A85-4E27-E851-DC417B86B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4FBD-27FA-4D69-9EAF-3E2E3D226F6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16880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ACFCBA-9DAB-5D4B-F93F-9AC8E34B8A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F1F429-B7F7-2EA4-EA9D-4684D9EE0F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1F6FB-4C39-6422-E39C-75988DD3B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2740-1FB8-4662-9234-B0B1D731765D}" type="datetimeFigureOut">
              <a:rPr lang="en-IE" smtClean="0"/>
              <a:t>14/04/2026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C9999-AE12-9762-0EDA-55E1A8509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92CBC-CA28-359F-4FB5-37356D795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4FBD-27FA-4D69-9EAF-3E2E3D226F6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57911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516674-C4AA-404E-5AFD-2C98504C2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D01C29-E4C4-C93B-C36C-502B62D94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989E7-9E02-D3A4-75D3-24EA120034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F92740-1FB8-4662-9234-B0B1D731765D}" type="datetimeFigureOut">
              <a:rPr lang="en-IE" smtClean="0"/>
              <a:t>14/04/2026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9A09B-9C00-2C72-20EB-66A8F39EDF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ABEF-4238-2A99-C25C-CE45BD90A9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0B4FBD-27FA-4D69-9EAF-3E2E3D226F6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63146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o.org/sustainable-development-goals-data-portal/data/indicators/2.1.1-prevalence-of-undernourishment/sdg-2-indicators-of-hunger-and-severity-of-food-insecurity/en" TargetMode="External"/><Relationship Id="rId2" Type="http://schemas.openxmlformats.org/officeDocument/2006/relationships/hyperlink" Target="https://www.un.org/sustainabledevelopment/hunger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tandfonline.com/doi/full/10.1080/21683565.2025.2451344" TargetMode="External"/><Relationship Id="rId4" Type="http://schemas.openxmlformats.org/officeDocument/2006/relationships/hyperlink" Target="https://www.who.int/news/item/28-07-2025-global-hunger-declines-but-rises-in-africa-and-western-asia-un-repor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12BC7C-6765-FC0F-2A21-55BDAD3FA6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208" y="857251"/>
            <a:ext cx="4747280" cy="3098061"/>
          </a:xfrm>
        </p:spPr>
        <p:txBody>
          <a:bodyPr anchor="b">
            <a:normAutofit/>
          </a:bodyPr>
          <a:lstStyle/>
          <a:p>
            <a:pPr algn="l"/>
            <a:r>
              <a:rPr lang="en-IE" sz="4800">
                <a:solidFill>
                  <a:srgbClr val="FFFFFF"/>
                </a:solidFill>
              </a:rPr>
              <a:t>SDG 2: Zero Hunger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81F19-3BD7-CCA5-1C60-2C91605154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7208" y="4756265"/>
            <a:ext cx="4393278" cy="1244483"/>
          </a:xfrm>
        </p:spPr>
        <p:txBody>
          <a:bodyPr anchor="t">
            <a:normAutofit/>
          </a:bodyPr>
          <a:lstStyle/>
          <a:p>
            <a:pPr algn="l"/>
            <a:r>
              <a:rPr lang="en-IE">
                <a:solidFill>
                  <a:srgbClr val="FFFFFF"/>
                </a:solidFill>
              </a:rPr>
              <a:t>Matthew O’Rourke Bourke</a:t>
            </a:r>
          </a:p>
          <a:p>
            <a:pPr algn="l"/>
            <a:r>
              <a:rPr lang="en-IE">
                <a:solidFill>
                  <a:srgbClr val="FFFFFF"/>
                </a:solidFill>
              </a:rPr>
              <a:t>K00287407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626D63-2B4B-47E4-F9A7-9CE6DAA69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4" y="2108877"/>
            <a:ext cx="3392374" cy="265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059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ssorted vegetables and fruits">
            <a:extLst>
              <a:ext uri="{FF2B5EF4-FFF2-40B4-BE49-F238E27FC236}">
                <a16:creationId xmlns:a16="http://schemas.microsoft.com/office/drawing/2014/main" id="{28402042-64A7-F80C-4EF4-A9887CB644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08" r="14226" b="-1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014C65-B4C7-D249-3AE9-1FD274972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IE" sz="4000"/>
              <a:t>What is Zero Hunger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588BF-86D7-11A3-A306-091C87E50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anchor="ctr">
            <a:normAutofit/>
          </a:bodyPr>
          <a:lstStyle/>
          <a:p>
            <a:r>
              <a:rPr lang="en-IE" sz="2000" dirty="0"/>
              <a:t>Number 2 of the sustainable development goals brought by the United Nations</a:t>
            </a:r>
          </a:p>
          <a:p>
            <a:r>
              <a:rPr lang="en-IE" sz="2000" dirty="0"/>
              <a:t>Goal: To end hunger, achieve food security and improve nutrition by 2030</a:t>
            </a:r>
          </a:p>
          <a:p>
            <a:r>
              <a:rPr lang="en-IE" sz="2000" dirty="0"/>
              <a:t>Objectives: To increase access to food, reduce food waste and introduce healthy eating habits</a:t>
            </a:r>
          </a:p>
          <a:p>
            <a:endParaRPr lang="en-IE" sz="2000" dirty="0"/>
          </a:p>
        </p:txBody>
      </p:sp>
    </p:spTree>
    <p:extLst>
      <p:ext uri="{BB962C8B-B14F-4D97-AF65-F5344CB8AC3E}">
        <p14:creationId xmlns:p14="http://schemas.microsoft.com/office/powerpoint/2010/main" val="3328512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8D9585-687F-8706-BF58-198FD80984E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4205" b="152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39BA56-D193-925A-4703-07AE35361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E" dirty="0"/>
              <a:t>Global Hunger Statistics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CFC7A1A-B58B-7D1F-DA96-B7A4DCA1DE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171695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54874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0BAA7C-BE63-3BAC-F68C-0646060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IE">
                <a:solidFill>
                  <a:srgbClr val="FFFFFF"/>
                </a:solidFill>
              </a:rPr>
              <a:t>Causes of World Hunger</a:t>
            </a: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988842D9-B5BE-711A-9400-7746E2C979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3924050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4041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6BC132-E1AA-9111-B1EA-9C0A83762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IE" sz="4000"/>
              <a:t>Sustainability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E4A33C-77E8-FCEB-8528-DFD7BB3815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944" r="14210" b="-1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1B3080-D32C-640A-85AA-6BC749E6AD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9512722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03901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B54B9D-4847-5A5A-E779-0B2693D8A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IE" sz="4800"/>
              <a:t>What we can do to make a change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49377AF5-DC65-AFCD-9C86-5E7EBB95D4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5557373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55994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8532AE1-3E02-470C-B898-A0C62F2E9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401DF7-4687-415B-A91D-DB43BEEBD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64612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EFC09D2-72D2-4174-A2DF-1017D0FEB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912" y="685800"/>
            <a:ext cx="6048935" cy="5486400"/>
          </a:xfrm>
          <a:prstGeom prst="rect">
            <a:avLst/>
          </a:pr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EAFD96-3120-E259-A0A6-69F91400E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612" y="1095152"/>
            <a:ext cx="4773616" cy="1065313"/>
          </a:xfrm>
        </p:spPr>
        <p:txBody>
          <a:bodyPr anchor="b">
            <a:normAutofit/>
          </a:bodyPr>
          <a:lstStyle/>
          <a:p>
            <a:pPr algn="ctr"/>
            <a:r>
              <a:rPr lang="en-IE" sz="3200">
                <a:solidFill>
                  <a:schemeClr val="tx1">
                    <a:lumMod val="65000"/>
                    <a:lumOff val="35000"/>
                  </a:schemeClr>
                </a:solidFill>
              </a:rPr>
              <a:t>Role of computer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F4B60-F42C-4B4B-7271-33AA437CC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8613" y="2447337"/>
            <a:ext cx="4773616" cy="3171970"/>
          </a:xfrm>
        </p:spPr>
        <p:txBody>
          <a:bodyPr anchor="t">
            <a:normAutofit/>
          </a:bodyPr>
          <a:lstStyle/>
          <a:p>
            <a:r>
              <a:rPr lang="en-IE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Digital tools can:</a:t>
            </a:r>
          </a:p>
          <a:p>
            <a:pPr marL="0" indent="0">
              <a:buNone/>
            </a:pPr>
            <a:r>
              <a:rPr lang="en-IE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  Simulate real problems</a:t>
            </a:r>
          </a:p>
          <a:p>
            <a:pPr>
              <a:buFontTx/>
              <a:buChar char="-"/>
            </a:pPr>
            <a:r>
              <a:rPr lang="en-IE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Increase student engagement</a:t>
            </a:r>
          </a:p>
          <a:p>
            <a:pPr>
              <a:buFontTx/>
              <a:buChar char="-"/>
            </a:pPr>
            <a:r>
              <a:rPr lang="en-IE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Visualise and tailor learning to different groups of students</a:t>
            </a:r>
          </a:p>
          <a:p>
            <a:endParaRPr lang="en-IE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IE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Examples -  apps, games and webpages</a:t>
            </a:r>
          </a:p>
        </p:txBody>
      </p:sp>
      <p:pic>
        <p:nvPicPr>
          <p:cNvPr id="19" name="Graphic 18" descr="Game controller">
            <a:extLst>
              <a:ext uri="{FF2B5EF4-FFF2-40B4-BE49-F238E27FC236}">
                <a16:creationId xmlns:a16="http://schemas.microsoft.com/office/drawing/2014/main" id="{597A3222-D661-EAE2-E85F-938D95B12B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37339" y="1738031"/>
            <a:ext cx="3381935" cy="338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347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CF8A23-8C9A-EB3E-F875-C6871ADCB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IE" sz="4800"/>
              <a:t>Role of education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DF6FAB43-9E2D-223B-04DC-43267B647E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0153887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4798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060F42-3DD7-37E3-327F-C98A594CF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E" sz="4000">
                <a:solidFill>
                  <a:srgbClr val="FFFFFF"/>
                </a:solidFill>
              </a:rPr>
              <a:t>Problem Identification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911A2659-7C2F-27B1-18BE-A99A26B4F6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106415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1754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2E065D-43A8-90D3-2013-FFCBE2811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IE" sz="5400"/>
              <a:t>Justification of my application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5015EE-99ED-31F9-95A1-5C91533B57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87" r="2" b="2"/>
          <a:stretch>
            <a:fillRect/>
          </a:stretch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0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26C31-E16E-2907-FF1B-3CD6B209E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IE" sz="2200"/>
              <a:t>Encourages learning about Zero Hunger through a fun and engaging environment</a:t>
            </a:r>
          </a:p>
          <a:p>
            <a:r>
              <a:rPr lang="en-IE" sz="2200"/>
              <a:t>Allows for a wide age group of students to engage and learn</a:t>
            </a:r>
          </a:p>
          <a:p>
            <a:r>
              <a:rPr lang="en-IE" sz="2200"/>
              <a:t>App teaches – decision making, gives examples of healthy food, teaches coding and explains the SDG Zero Hunger</a:t>
            </a:r>
          </a:p>
          <a:p>
            <a:endParaRPr lang="en-IE" sz="2200"/>
          </a:p>
        </p:txBody>
      </p:sp>
    </p:spTree>
    <p:extLst>
      <p:ext uri="{BB962C8B-B14F-4D97-AF65-F5344CB8AC3E}">
        <p14:creationId xmlns:p14="http://schemas.microsoft.com/office/powerpoint/2010/main" val="3789287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BBCFEF-7F34-D730-55F0-86FC8475A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IE" sz="5400"/>
              <a:t>References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F85581E-55C4-5B24-2807-BF185F424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IE" sz="2400">
                <a:hlinkClick r:id="rId2"/>
              </a:rPr>
              <a:t>https://www.un.org/sustainabledevelopment/hunger/</a:t>
            </a:r>
            <a:endParaRPr lang="en-IE" sz="2400"/>
          </a:p>
          <a:p>
            <a:r>
              <a:rPr lang="en-IE" sz="2400">
                <a:hlinkClick r:id="rId3"/>
              </a:rPr>
              <a:t>https://www.fao.org/sustainable-development-goals-data-portal/data/indicators/2.1.1-prevalence-of-undernourishment/sdg-2-indicators-of-hunger-and-severity-of-food-insecurity/en</a:t>
            </a:r>
            <a:endParaRPr lang="en-IE" sz="2400"/>
          </a:p>
          <a:p>
            <a:r>
              <a:rPr lang="en-IE" sz="2400">
                <a:hlinkClick r:id="rId4"/>
              </a:rPr>
              <a:t>https://www.who.int/news/item/28-07-2025-global-hunger-declines-but-rises-in-africa-and-western-asia-un-report</a:t>
            </a:r>
            <a:endParaRPr lang="en-IE" sz="2400"/>
          </a:p>
          <a:p>
            <a:r>
              <a:rPr lang="en-IE" sz="2400">
                <a:hlinkClick r:id="rId5"/>
              </a:rPr>
              <a:t>https://www.tandfonline.com/doi/full/10.1080/21683565.2025.2451344</a:t>
            </a:r>
            <a:endParaRPr lang="en-IE" sz="2400"/>
          </a:p>
          <a:p>
            <a:endParaRPr lang="en-IE" sz="2400"/>
          </a:p>
        </p:txBody>
      </p:sp>
    </p:spTree>
    <p:extLst>
      <p:ext uri="{BB962C8B-B14F-4D97-AF65-F5344CB8AC3E}">
        <p14:creationId xmlns:p14="http://schemas.microsoft.com/office/powerpoint/2010/main" val="2649274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68b196a-2d57-407f-a70d-3c0571c3266a}" enabled="0" method="" siteId="{068b196a-2d57-407f-a70d-3c0571c3266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1154</TotalTime>
  <Words>364</Words>
  <Application>Microsoft Office PowerPoint</Application>
  <PresentationFormat>Widescreen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SDG 2: Zero Hunger</vt:lpstr>
      <vt:lpstr>What is Zero Hunger</vt:lpstr>
      <vt:lpstr>Global Hunger Statistics</vt:lpstr>
      <vt:lpstr>Causes of World Hunger</vt:lpstr>
      <vt:lpstr>Sustainability</vt:lpstr>
      <vt:lpstr>What we can do to make a change</vt:lpstr>
      <vt:lpstr>Role of computer science</vt:lpstr>
      <vt:lpstr>Role of education</vt:lpstr>
      <vt:lpstr>Problem Identification</vt:lpstr>
      <vt:lpstr>Justification of my application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K00287407: Matthew O Rourke Bourke</dc:creator>
  <cp:lastModifiedBy>K00287407: Matthew O Rourke Bourke</cp:lastModifiedBy>
  <cp:revision>1</cp:revision>
  <dcterms:created xsi:type="dcterms:W3CDTF">2026-04-13T20:37:45Z</dcterms:created>
  <dcterms:modified xsi:type="dcterms:W3CDTF">2026-04-14T17:09:09Z</dcterms:modified>
</cp:coreProperties>
</file>